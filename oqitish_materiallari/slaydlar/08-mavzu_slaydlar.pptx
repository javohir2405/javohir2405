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91440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9D6E8"/>
                </a:solidFill>
                <a:latin typeface="Calibri"/>
              </a:rPr>
              <a:t>Ma’lumotlar tuzilmasi va algoritmlar fani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920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8-MAVZU. Samarali saralash algoritmlarini dasturlash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3C17A"/>
                </a:solidFill>
                <a:latin typeface="Calibri"/>
              </a:rPr>
              <a:t>Amaliy mashg‘ulot · 2 soat (80 daqiqa)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6E8"/>
                </a:solidFill>
                <a:latin typeface="Calibri"/>
              </a:rPr>
              <a:t>Yo‘nalish: 50320203 – Kutubxonashunoslik va bibliografiya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Mavzu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1. Bo‘lib tashla va hukmronlik qil tamoyilini amaliyotda qo‘llashga tayyorgarlik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2. Birlashtirish orqali saralashni dasturlash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3. Tez saralash va uyum orqali saralashni dasturlash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4. Samarali va oddiy algoritmlarni taqqoslash, mini-loyiha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Bo‘lib tashla va hukmronlik qil tamoyilini amaliyotda qo‘llashga tayyorgarlik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Oldingi mashg‘ulotda talabalar O(n²) murakkablikka ega oddiy saralash algoritmlarini dasturladilar…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Samarali saralash algoritmlarining umumiy g‘oyasi «bo‘lib tashla va hukmronlik qil» tamoyilidir.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Mashg‘ulotda rekursiya keng qo‘llaniladi, rekursiya mavzusi esa keyinroq batafsil o‘rganiladi.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Tayyorgarlik bosqichida avvalgi mashg‘ulotdagi tekshiruv funksiyalari qayta ishlatiladi.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1. Bo‘lib tashla va hukmronlik qil tamoyilini amaliyotda qo‘llashga tayyorgarlik (davomi)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4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Ma’lumotlarni tayyorlash uchun uchta ro‘yxat yaratiladi: tasodifiy sonlardan iborat, saralangan va teskari tartibli.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Bundan tashqari, xotira masalalariga ham e’tibor beriladi.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Mashg‘ulotni baholash mezonlari ham oldindan e’lon qilinadi.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Talabalar ko‘pincha rekursiv algoritmlarni yozishda qiynaladilar, chunki ularning ishlash tartibini tasavvur qilish qiyin.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Birlashtirish orqali saralashning rekursiya chuqurligi log n bo‘lgani uchun u bilan muammo bo‘lmaydi.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2. Birlashtirish orqali saralashni dasturlash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Birlashtirish orqali saralash ikkita qismdan iborat: ro‘yxatni bo‘lish va ikkita saralangan ro‘yxatni birlashtirish.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Birlashtirish funksiyasining murakkabligi O(n + m), bu yerda n va m ikki ro‘yxatning uzunliklari.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Endi birlashtirish orqali saralashning asosiy funksiyasini yozamiz.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Tekshirish funksiyasi joyida o‘zgartiruvchi funksiyalar bilan ishlaydi.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2. Birlashtirish orqali saralashni dasturlash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def birlashtir(chap, ong):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natija = []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i = j = 0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while i &lt; len(chap) and j &lt; len(ong):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if chap[i] &lt;= ong[j]: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natija.append(chap[i])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i += 1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else: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natija.append(ong[j])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j += 1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natija.extend(chap[i:])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natija.extend(ong[j:])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return natija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print(birlashtir([1, 4, 9], [2, 3, 10, 11]))   # [1, 2, 3, 4, 9, 10, 11]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3. Tez saralash va uyum orqali saralashni dasturlash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Tez saralash tayanch elementni tanlash va ro‘yxatni uni atrofida bo‘lishga asoslanadi.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Joyida ishlaydigan variant Xoar bo‘lish sxemasiga asoslanadi.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Bu holda bo‘lish juda nomutanosib bo‘ladi: bir qism bo‘sh, ikkinchisi deyarli butun ro‘yxat.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Uyum orqali saralash uchun avval uyum tuzilmasi bilan tanishiladi.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3. Tez saralash va uyum orqali saralashni dasturlash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def tez_saralash(a):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if len(a) &lt;= 1: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    return a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tayanch = a[len(a) // 2]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kichik = [x for x in a if x &lt; tayanch]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teng = [x for x in a if x == tayanch]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katta = [x for x in a if x &gt; tayanch]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return tez_saralash(kichik) + teng + tez_saralash(katta)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print(tez_saralash([10, 7, 8, 9, 1, 5, 3, 7]))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4. Samarali va oddiy algoritmlarni taqqoslash, mini-loyiha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Barcha algoritmlar yozilgach, ularni bir-biri bilan taqqoslash vaqti keldi.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Natijalarni tahlil qilishda talabalar quyidagilarni aniqlaydilar.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Mashg‘ulot xulosasida o‘qituvchi quyidagi muhim fikrlarni takrorlaydi.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Talaba natijalarini qisqa hisobot shaklida topshiradi.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Samarali saralash algoritmlarini o‘rganish natijasida talabalar katta ma’lumotlar bilan ishlash uchun to‘g‘ri vositalarni tanlashni o‘rganadilar.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 va nazorat savollari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«Bo‘lib tashla va hukmronlik qil» tamoyilini tushuntiring.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Birlashtirish funksiyasida teng belgisi nima uchun muhim?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Tez saralashda eng yomon holat qachon yuz beradi va uni qanday bartaraf etish mumkin?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Uyum xossasi nima va uyum massivda qanday saqlanadi?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Qaysi saralash algoritmlari barqaror, qaysilari joyida ishlaydi?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