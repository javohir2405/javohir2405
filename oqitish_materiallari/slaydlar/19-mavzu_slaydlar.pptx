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19-MAVZU. Xesh jadvallar va xeshlash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Xeshlash g‘oyasi va xesh funksiya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To‘qnashuvlar va zanjirlash usuli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Ochiq adreslash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Python lug‘ati va to‘plami, xeshlashning qo‘llanilishi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Xeshlash g‘oyasi va xesh funksiya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Oldingi mavzularda qidirish masalasi uchun turli usullarni ko‘rdik.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Xesh funksiya istalgan kalitni butun songa, ya’ni xesh qiymatga aylantiruvchi funksiya.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Yaxshi xesh funksiya bir nechta talabni qanoatlantiradi.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Xeshlash g‘oyasi va xesh funksiya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sodda_xesh(satr, m):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h =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belgi in satr: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h = (h * 31 + ord(belgi)) % m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h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for muallif in ("Navoiy", "Qodiriy", "Cho'lpon", "Fitrat", "Oybek"):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print(muallif, sodda_xesh(muallif, 11))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To‘qnashuvlar va zanjirlash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Jadval o‘lchami kalitlar mumkin bo‘lgan oraliqdan ancha kichik bo‘lgani uchun turli kalitlar bir xil indeksga tushishi muqarrar.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Shuning uchun xesh jadvalning ajralmas qismi — to‘qnashuvlarni hal qilish usuli.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Zanjirlash usulida amallarni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Zanjirlashning murakkabligi yuklanish koeffitsientiga bog‘liq.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To‘qnashuvlar va zanjirlash usuli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XeshJadval: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m=11):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=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self.chelaklar = [[] for _ in range(m)]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_indeks(self,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hash(kalit)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kalit,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chelak = self.chelaklar[self._indeks(kalit)]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i, (k, _) in enumerate(chelak):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k ==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chelak[i] = (kalit, 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chelak.append((kalit, qiymat))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Ochiq adreslash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Ochiq adreslashda barcha elementlar to‘g‘ridan-to‘g‘ri jadval massivining o‘zida saqlanadi, qo‘shimcha ro‘yxatlar ishlatilmaydi.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Chiziqli probalashda band katak topilsa, keyingi katak, undan keyingi va hokazo tekshiriladi: i-urinishda indeks (h(k) + i) mod m bo‘ladi.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Kvadratik probalashda qadam kvadratik o‘sadi: (h(k) + i²) mod m.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Ochiq adreslashda o‘chirish alohida e’tibor talab qiladi.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Ochiq adreslash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OchiqXesh: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BOSH = object()          # bo'sh katak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OCHIRILGAN = object()    # o'chirilgan katak belgisi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m=11):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=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self.kalitlar = [self.BOSH] *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self.qiymatlar = [None] *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_proba(self,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h = hash(kalit)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i in range(self.m):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yield (h + i)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kalit, qiymat):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Python lug‘ati va to‘plami, xeshlashning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tilidagi lug‘at (dict) xesh jadval asosida qurilgan, kalit-qiymat juftliklarini saqlaydi.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Xeshlashning amaliy qo‘llanilishi nihoyatda keng.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uchun amaliy qoida: agar faqat kalit bo‘yicha aniq qidirish kerak bo‘lsa, xesh jadval tanlanadi.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Xesh funksiyalarning yana bir qiziq qo‘llanilishi — Blum filtri deb ataluvchi tuzilma.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hajmi o‘sganda yoki foydalanish xarakteri o‘zgarganda, avval yaxshi ishlagan yechim yetarli bo‘lmay qolishi mumkin.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Xesh funksiya nima va yaxshi xesh funksiya qanday talablarga javob beradi?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To‘qnashuv nima va uni zanjirlash usuli qanday hal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Ochiq adreslashda chiziqli, kvadratik probalash va ikki marta xeshlash usullarini taqqoslang.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Yuklanish koeffitsienti nima va qayta xeshlash nima uchun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to‘plamda tegishlilikni tekshirish ro‘yxatdagiga qaraganda tezroq?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