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91440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D6E8"/>
                </a:solidFill>
                <a:latin typeface="Calibri"/>
              </a:rPr>
              <a:t>Ma’lumotlar tuzilmasi va algoritmlar fani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920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19-MAVZU. Xesh jadvallar va xeshlash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3C17A"/>
                </a:solidFill>
                <a:latin typeface="Calibri"/>
              </a:rPr>
              <a:t>Nazariy mashg‘ulot · 2 soat (80 daqiqa)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6E8"/>
                </a:solidFill>
                <a:latin typeface="Calibri"/>
              </a:rPr>
              <a:t>Yo‘nalish: 50320203 – Kutubxonashunoslik va bibliografiya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Mavzu rejasi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1. Xeshlash g‘oyasi va xesh funksiya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2. To‘qnashuvlar va zanjirlash usuli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3. Ochiq adreslash usullari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4. Python lug‘ati va to‘plami, xeshlashning qo‘llanilishi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1. Xeshlash g‘oyasi va xesh funksiya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Oldingi mavzularda qidirish masalasi uchun turli usullarni ko‘rdik.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Xesh funksiya istalgan kalitni butun songa, ya’ni xesh qiymatga aylantiruvchi funksiya.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Yaxshi xesh funksiya bir nechta talabni qanoatlantiradi.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1. Xeshlash g‘oyasi va xesh funksiya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def sodda_xesh(satr, m):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h = 0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for belgi in satr: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    h = (h * 31 + ord(belgi)) % m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return h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for muallif in ("Navoiy", "Qodiriy", "Cho'lpon", "Fitrat", "Oybek"):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print(muallif, sodda_xesh(muallif, 11))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To‘qnashuvlar va zanjirlash usuli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Jadval o‘lchami kalitlar mumkin bo‘lgan oraliqdan ancha kichik bo‘lgani uchun turli kalitlar bir xil indeksga tushishi muqarrar.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Shuning uchun xesh jadvalning ajralmas qismi — to‘qnashuvlarni hal qilish usuli.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Zanjirlash usulida amallarni ko‘rib chiqamiz.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Zanjirlashning murakkabligi yuklanish koeffitsientiga bog‘liq.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To‘qnashuvlar va zanjirlash usuli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class XeshJadval: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__init__(self, m=11):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self.m = m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self.chelaklar = [[] for _ in range(m)]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self.soni = 0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_indeks(self, kalit):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return hash(kalit) % self.m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qosh(self, kalit, qiymat):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chelak = self.chelaklar[self._indeks(kalit)]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for i, (k, _) in enumerate(chelak):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if k == kalit: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    chelak[i] = (kalit, qiymat)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    return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chelak.append((kalit, qiymat))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Ochiq adreslash usullari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Ochiq adreslashda barcha elementlar to‘g‘ridan-to‘g‘ri jadval massivining o‘zida saqlanadi, qo‘shimcha ro‘yxatlar ishlatilmaydi.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Chiziqli probalashda band katak topilsa, keyingi katak, undan keyingi va hokazo tekshiriladi: i-urinishda indeks (h(k) + i) mod m bo‘ladi.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Kvadratik probalashda qadam kvadratik o‘sadi: (h(k) + i²) mod m.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Ochiq adreslashda o‘chirish alohida e’tibor talab qiladi.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Ochiq adreslash usullari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class OchiqXesh: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BOSH = object()          # bo'sh katak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OCHIRILGAN = object()    # o'chirilgan katak belgisi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__init__(self, m=11):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self.m = m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self.kalitlar = [self.BOSH] * m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self.qiymatlar = [None] * m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self.soni = 0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_proba(self, kalit):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h = hash(kalit) % self.m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for i in range(self.m):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yield (h + i) % self.m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qosh(self, kalit, qiymat):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4. Python lug‘ati va to‘plami, xeshlashning qo‘llanilishi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Python tilidagi lug‘at (dict) xesh jadval asosida qurilgan, kalit-qiymat juftliklarini saqlaydi.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Xeshlashning amaliy qo‘llanilishi nihoyatda keng.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Talabalar uchun amaliy qoida: agar faqat kalit bo‘yicha aniq qidirish kerak bo‘lsa, xesh jadval tanlanadi.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Xesh funksiyalarning yana bir qiziq qo‘llanilishi — Blum filtri deb ataluvchi tuzilma.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Ma’lumotlar hajmi o‘sganda yoki foydalanish xarakteri o‘zgarganda, avval yaxshi ishlagan yechim yetarli bo‘lmay qolishi mumkin.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Xulosa va nazorat savollari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Xesh funksiya nima va yaxshi xesh funksiya qanday talablarga javob beradi?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To‘qnashuv nima va uni zanjirlash usuli qanday hal qiladi?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Ochiq adreslashda chiziqli, kvadratik probalash va ikki marta xeshlash usullarini taqqoslang.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Yuklanish koeffitsienti nima va qayta xeshlash nima uchun kerak?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Nima uchun to‘plamda tegishlilikni tekshirish ro‘yxatdagiga qaraganda tezroq?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