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15-MAVZU. Daraxtlar va ikkilik qidiruv daraxtlari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Nazariy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Daraxt tushunchasi, asosiy atamalar va xossalari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Ikkilik daraxt va uni aylanib chiqish usullari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Ikkilik qidiruv daraxti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Muvozanatli daraxtlar, uyum va daraxtlarning kutubxona ishidagi qo‘llanilishi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1. Daraxt tushunchasi, asosiy atamalar va xossalari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Daraxt ierarxik tuzilishga ega nochiziqli ma’lumotlar tuzilmasidir.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Daraxt tuzilishini kundalik hayotda ko‘p uchratamiz.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Daraxt bilan bog‘liq atamalarni bilish zarur.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Daraxt tushunchasi, asosiy atamalar va xossalari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class DaraxtTugun: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__init__(self, qiymat):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self.qiymat = qiymat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self.bolalar = []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bola_qosh(self, tugun):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self.bolalar.append(tugun)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return tugun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ildiz = DaraxtTugun("Kutubxona")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fan = ildiz.bola_qosh(DaraxtTugun("Fan"))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adabiyot = ildiz.bola_qosh(DaraxtTugun("Adabiyot"))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fan.bola_qosh(DaraxtTugun("Informatika"))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fan.bola_qosh(DaraxtTugun("Matematika"))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adabiyot.bola_qosh(DaraxtTugun("She'riyat"))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Ikkilik daraxt va uni aylanib chiqish usullari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Ikkilik daraxt — har bir tuguni ko‘pi bilan ikkita bolaga ega bo‘lgan daraxt.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Ikkilik daraxtning balandligi h bo‘lsa, uning tugunlari soni ko‘pi bilan 2^(h+1) - 1 ga teng.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Ikkilik daraxtni aylanib chiqish, ya’ni har bir tugunni bir marta ko‘rib chiqish, daraxt ustidagi eng asosiy amaldir.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Yuqoridagi daraxt uchun natijalar quyidagicha: to‘g‘ri tartibda 1, 2, 4, 5, 3; simmetrik tartibda 4, 2, 5, 1, 3; teskari tartibda 4, 5, 2, 3, 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Ikkilik daraxt va uni aylanib chiqish usullari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class Tugun: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__init__(self, qiymat, chap=None, ong=None):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self.qiymat, self.chap, self.ong = qiymat, chap, ong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to_g_ri(t, natija):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if 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natija.append(t.qiymat)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to_g_ri(t.chap, natija)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to_g_ri(t.ong, natija)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simmetrik(t, natija):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if 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simmetrik(t.chap, natija)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natija.append(t.qiymat)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simmetrik(t.ong, natija)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Ikkilik qidiruv daraxti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Ikkilik qidiruv daraxti, qisqacha BST, ikkilik daraxtning maxsus turi bo‘lib…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Kalit tugun qiymatiga teng bo‘lsa, qidirish tugaydi.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O‘chirish amali eng murakkab, chunki uch xil holat bor.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Ikkilik qidiruv daraxti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class BST: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__init__(self):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self.ildiz = None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qosh(self, k):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self.ildiz is None: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self.ildiz = Tugun(k); return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t = self.ildiz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while True: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if k &lt; t.qiymat: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    if t.chap is None: t.chap = Tugun(k); return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    t = t.chap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elif k &gt; t.qiymat: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    if t.ong is None: t.ong = Tugun(k); return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    t = t.ong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else: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Muvozanatli daraxtlar, uyum va daraxtlarning kutubxona ishidagi qo‘llanilishi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BST ning asosiy kamchiligi muvozanat kafolati yo‘qligidir.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AVL daraxt 1962 yilda Adelson-Velskiy va Landis tomonidan taklif qilingan.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Daraxtlarni o‘rganishdan olinadigan asosiy xulosa: ma’lumotlarning ierarxik tabiatini aks ettiruvchi tuzilma samarali qidirishni ham ta’minlay oladi.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Daraxtlar yordamida qaror qabul qilish jarayonlari ham modellashtiriladi.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Daraxtlar bilan bog‘liq muhim tushuncha — daraxtni qayta qurish masalasi.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Daraxt tushunchasi va asosiy atamalarini (ildiz, barg, balandlik, chuqurlik) tushuntiring.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Ikkilik daraxtni aylanib chiqishning uch usulini ayting va ularning natijalarini ko‘rsating.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Ikkilik qidiruv daraxtining asosiy xossasi nima?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BST dan tugunni o‘chirishda qanday uchta holat bo‘ladi?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Nima uchun muvozanatli daraxtlar kerak va AVL daraxtning xossasi qanday?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