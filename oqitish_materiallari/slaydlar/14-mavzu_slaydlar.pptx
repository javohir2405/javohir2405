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14-MAVZU. Rekursiv algoritmlarni dasturlash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Amaliy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Rekursiv funksiya yozish qoidalari va mashg‘ulotga tayyorgarlik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Rekursiv funksiyalarni yozish va sinash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Samarasiz rekursiyani yaxshilash: memoizatsiya va sikl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Orqaga qaytish usuli va yakuniy mini-loyiha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Rekursiv funksiya yozish qoidalari va mashg‘ulotga tayyorgarlik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Mazkur amaliy mashg‘ulot rekursiya mavzusidagi nazariy bilimlarni amalda mustahkamlashga bag‘ishlangan.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nazariy savol-javob bilan boshlanadi.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Amaliy ishni muvaffaqiyatli bajarish uchun chaqiruvlarni kuzatish vositasi tayyorlanadi.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Rekursiv funksiya yozish qoidalari va mashg‘ulotga tayyorgarlik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kuzat(f):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chuqurlik = [0]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ora(*args):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print("  " * chuqurlik[0] + f"{f.__name__}{args}")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chuqurlik[0] +=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natija = f(*args)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chuqurlik[0] -=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print("  " * chuqurlik[0] + f"-&gt; {natija}")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natija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return ora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@kuzat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faktorial(n):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if n &lt;= 1: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return n * faktorial(n - 1)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Rekursiv funksiyalarni yozish va sinash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Birinchi topshiriq: natural sonning raqamlari yig‘indisini rekursiv hisoblash.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topshiriq: satrning palindrom ekanligini rekursiv tekshirish.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topshiriq: ro‘yxat elementlarini rekursiv usulda yig‘ish va eng katta elementni topish.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To‘rtinchi topshiriq: Hanoy minorasi masalasini dasturlash va yurishlar sonini tekshirish.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Rekursiv funksiyalarni yozish va sinash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def raqamlar_yigindisi(n):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if n == 0: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return 0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return n % 10 + raqamlar_yigindisi(n // 10)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print(raqamlar_yigindisi(1234))     # 10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print(raqamlar_yigindisi(90))       #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Samarasiz rekursiyani yaxshilash: memoizatsiya va sikl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bosqichda Fibonachchi funksiyasi ustida ishlanadi.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Talabalar lug‘at yordamida natijalarni saqlaydigan variantni qo‘lda yozadilar.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yaxshilash yo‘li — rekursiyani siklga aylantirish.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masala: sonlarni birlashtirish yo‘llari soni.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Samarasiz rekursiyani yaxshilash: memoizatsiya va sikl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sanagich = 0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def fib_oddiy(n):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global sanagich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sanagich += 1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if n &lt; 2: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    return n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return fib_oddiy(n - 1) + fib_oddiy(n - 2)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for n in (10, 15, 20, 25):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sanagich = 0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fib_oddiy(n)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print(n, sanagich)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4. Orqaga qaytish usuli va yakuniy mini-loyiha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Mashg‘ulotning to‘rtinchi bosqichida orqaga qaytish usuli o‘rganiladi.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masala — to‘plamning barcha qism to‘plamlarini hosil qilish.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Rekursiya mavzusining kutubxona sohasidagi ahamiyatini yana bir bor eslatish joiz.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 mashqlar rekursiv fikrlashni yanada chuqurlashtiradi.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Mini-loyiha yakunlangach, talabalar o‘z kodlarini boshqa guruhlarga namoyish qiladilar.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Rekursiv funksiyani kuzatish dekoratori qanday ishlaydi va nima uchun foydali?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Fibonachchi uchun oddiy rekursiv, memoizatsiyali va takrorlanuvchi yechimlarni taqqoslang.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Orqaga qaytish usuli nima va qanday masalalarda qo‘llanadi?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Permutatsiyalarni hosil qiluvchi rekursiv algoritmning g‘oyasini tushuntiring.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Kutubxona bo‘limlari daraxtida jami kitoblar sonini rekursiv qanday hisoblash mumkin?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