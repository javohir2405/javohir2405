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6-MAVZU. Qidirish algoritmlarini dasturlash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Amaliy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Qidirish masalalarini yechishga tayyorgarlik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Chiziqli qidirishning variantlarini dasturlash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Binar qidirish va uning variantlarini dasturlash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Qidirish algoritmlarini taqqoslash tajribasi va kutubxona katalogida qo‘llash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1. Qidirish masalalarini yechishga tayyorgarlik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Ushbu amaliy mashg‘ulotda talabalar nazariy darsda o‘rganilgan qidirish algoritmlarini o‘zlari dasturlaydilar…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boshida o‘qituvchi oldingi mavzuni qisqacha takrorlatadi.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Kutubxonaning bir qismi uchun inventar raqamlari ro‘yxati yaratiladi.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Tasodifiy sonlar generatoriga seed qiymati berilishi muhim.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Qidirish masalalarini yechishga tayyorgarlik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import random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random.seed(2026)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n = 100000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inventar = random.sample(range(1, 10 * n), n)    # tartiblanmagan, noyob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inventar_sort = sorted(inventar)                  # tartiblangan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print(len(inventar), inventar[:5], inventar_sort[:5])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Chiziqli qidirishning variantlarini dasturlash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 topshiriq: taqqoslashlar sonini hisoblovchi chiziqli qidirish funksiyasini yozish.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 eng yaxshi, o‘rtacha va eng yomon holatlarning nazariy tahlilini tasdiqlaydi.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topshiriq: barcha mos elementlarni topuvchi qidirish.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topshiriq: soqchi usulida chiziqli qidirish.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Chiziqli qidirishning variantlarini dasturlash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def chiziqli(royxat, kalit):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taqqos = 0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for i in range(len(royxat)):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taqqos += 1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if royxat[i] == kalit: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    return i, taqqos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return -1, taqqos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boshi = inventar[0]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orta = inventar[len(inventar) // 2]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oxiri = inventar[-1]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for k in (boshi, orta, oxiri, -5):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print(k, chiziqli(inventar, k))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Binar qidirish va uning variantlarini dasturlash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Binar qidirishni dasturlashdan oldin talabalar uning ishini qo‘lda ko‘rib chiqadilar.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 topshiriq: binar qidirish funksiyasini taqqoslashlar sonini hisoblab yozish.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topshiriq: binar qidirishning rekursiv variantini yozish.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topshiriq: kalit birinchi marta uchragan o‘rinni topish.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To‘rtinchi topshiriq: Python tilining bisect modulidan foydalanish.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Binar qidirish va uning variantlarini dasturlash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binar(royxat, kalit):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chap, ong = 0, len(royxat) - 1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taqqos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while chap &lt;= ong: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orta = (chap + ong) // 2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taqqos +=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royxat[orta] == kalit: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return orta, taqqos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elif royxat[orta] &lt; kalit: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chap = orta + 1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else: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ong = orta - 1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-1, taqqos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for k in (inventar_sort[0], inventar_sort[50000], inventar_sort[-1], -5):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print(k, binar(inventar_sort, k))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Qidirish algoritmlarini taqqoslash tajribasi va kutubxona katalogida qo‘llash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Mashg‘ulotning to‘rtinchi bosqichida chiziqli va binar qidirishning tezligi tajribada taqqoslanadi.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Tajriba natijalarini tahlil qilishda talabalar quyidagi savollarga javob beradilar.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Qidirish algoritmlarini o‘rganish natijasida talaba katalog va ma’lumotlar bazasida qidiruv qanday tashkil etilishini tushunadi.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Mashg‘ulot yakunida talabalar o‘z ishlarini o‘zaro almashib tekshiradilar va hamkasbining kodiga kamida ikkita tavsiya yozadilar.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Mavzu bo‘yicha yakuniy fikr: qidirish algoritmini tanlash ma’lumotlarning tartiblanganligi, hajmi va o‘zgarish chastotasiga bog‘liq.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Taqqoslashlar sonini hisoblash nima uchun real vaqtni o‘lchashdan afzal?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Soqchi usuli chiziqli qidirishni qanday tezlashtiradi?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Binar qidirishda sikl shartida nima uchun chap &lt;= o‘ng yoziladi?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Takrorlanuvchi elementlar orasidan birinchisini topish uchun binar qidirish qanday o‘zgartiriladi?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Muallif bo‘yicha tartiblangan katalogda uning barcha kitoblari qanday topiladi?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