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91440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D6E8"/>
                </a:solidFill>
                <a:latin typeface="Calibri"/>
              </a:rPr>
              <a:t>Ma’lumotlar tuzilmasi va algoritmlar fani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192024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Calibri"/>
              </a:rPr>
              <a:t>5-MAVZU. Qidirish va saralash algoritmlari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3C17A"/>
                </a:solidFill>
                <a:latin typeface="Calibri"/>
              </a:rPr>
              <a:t>Nazariy mashg‘ulot · 2 soat (80 daqiqa)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9D6E8"/>
                </a:solidFill>
                <a:latin typeface="Calibri"/>
              </a:rPr>
              <a:t>Yo‘nalish: 50320203 – Kutubxonashunoslik va bibliografiya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Mavzu rejasi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1. Qidirish masalasi va chiziqli qidirish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2. Binar qidirish va interpolyatsion qidirish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3. Saralash masalasi va oddiy saralash algoritmlari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E08E2B"/>
                </a:solidFill>
                <a:latin typeface="Calibri"/>
              </a:rPr>
              <a:t>■  </a:t>
            </a:r>
            <a:r>
              <a:rPr sz="2600">
                <a:solidFill>
                  <a:srgbClr val="222B38"/>
                </a:solidFill>
                <a:latin typeface="Calibri"/>
              </a:rPr>
              <a:t>4. Samarali saralash algoritmlari va ularni taqqoslash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Qidirish masalasi va chiziqli qidirish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Qidirish masalasi informatikaning eng ko‘p uchraydigan masalalaridan biridir.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Qidirishda ishlatiladigan qiymat kalit deb ataladi.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Chiziqli qidirish yoki ketma-ket qidirish eng sodda algoritmdir.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Chiziqli qidirishni tezlashtirish uchun soqchi (sentinel) usuli qo‘llanadi.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1. Qidirish masalasi va chiziqli qidirish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4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def chiziqli_qidirish(royxat, kalit):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for i in range(len(royxat)):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if royxat[i] == kalit: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        return i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   return -1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inventar = [4521, 1033, 8870, 2216, 5009, 7341]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print(chiziqli_qidirish(inventar, 2216))   # 3</a:t>
            </a:r>
          </a:p>
          <a:p>
            <a:pPr algn="l"/>
            <a:r>
              <a:rPr sz="1800">
                <a:solidFill>
                  <a:srgbClr val="222B38"/>
                </a:solidFill>
                <a:latin typeface="Courier New"/>
              </a:rPr>
              <a:t>print(chiziqli_qidirish(inventar, 9999))   # -1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Binar qidirish va interpolyatsion qidirish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Tartiblangan ro‘yxatda qidirish ancha samaraliroq bajarilishi mumkin.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Qidirish oralig‘ining chap va o‘ng chegaralari belgilanadi, boshida ular butun ro‘yxatni qamrab oladi.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Birinchisi, ma’lumotlar tartiblangan bo‘lishi shart.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Bunday tillarda chap + (o‘ng - chap) // 2 yozuvi xavfsizroq hisoblanadi.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2. Binar qidirish va interpolyatsion qidirish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6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binar_qidirish(royxat, kalit):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chap, ong = 0, len(royxat) - 1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while chap &lt;= ong: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orta = (chap + ong) // 2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royxat[orta] == kalit: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return orta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elif royxat[orta] &lt; kalit: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chap = orta + 1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else: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ong = orta - 1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return -1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a = [3, 8, 15, 21, 27, 34, 42, 56, 63, 71]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print(binar_qidirish(a, 34))   # 5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print(binar_qidirish(a, 10))   # -1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3. Saralash masalasi va oddiy saralash algoritmlari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Saralash elementlarni biror tartibda, odatda o‘sish yoki kamayish bo‘yicha joylashtirish jarayonidir.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Saralash algoritmlari bir necha belgi bo‘yicha tasniflanadi.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Pufakchali saralash eng sodda algoritmlardan biri.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3. Saralash masalasi va oddiy saralash algoritmlari — namuna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8 /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10881360" cy="4572000"/>
          </a:xfrm>
          <a:prstGeom prst="rect">
            <a:avLst/>
          </a:prstGeom>
          <a:solidFill>
            <a:srgbClr val="F1F4F8"/>
          </a:solidFill>
          <a:ln>
            <a:solidFill>
              <a:srgbClr val="D0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37160"/>
          <a:lstStyle/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def pufakchali(a):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n = len(a)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for i in range(n - 1):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almashdi = False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for j in range(n - 1 - i):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if a[j] &gt; a[j + 1]: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a[j], a[j + 1] = a[j + 1], a[j]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    almashdi = True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if not almashdi: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           break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 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x = [64, 34, 25, 12, 22, 11, 90]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pufakchali(x)</a:t>
            </a:r>
          </a:p>
          <a:p>
            <a:pPr algn="l"/>
            <a:r>
              <a:rPr sz="1400">
                <a:solidFill>
                  <a:srgbClr val="222B38"/>
                </a:solidFill>
                <a:latin typeface="Courier New"/>
              </a:rPr>
              <a:t>print(x)   # [11, 12, 22, 25, 34, 64, 90]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4. Samarali saralash algoritmlari va ularni taqqoslash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Katta ma’lumotlar hajmida O(n²) algoritmlar yaroqsiz, shuning uchun O(n log n) vaqtda ishlovchi algoritmlar yaratilgan.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Birlashtirish oson: ikkala qismning boshidagi elementlar solishtirilib, kichigi natijaga olinadi.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Nazariyada taqqoslashga asoslangan har qanday saralash algoritmi eng yomon holatda kamida n log n tartibida taqqoslash bajarishi isbotlangan.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Amalda dasturchilar saralashni o‘zlari yozmaydilar, tayyor funksiyalardan foydalanadilar.</a:t>
            </a:r>
          </a:p>
          <a:p>
            <a:pPr>
              <a:spcAft>
                <a:spcPts val="1400"/>
              </a:spcAft>
            </a:pPr>
            <a:r>
              <a:rPr sz="1600">
                <a:solidFill>
                  <a:srgbClr val="E08E2B"/>
                </a:solidFill>
                <a:latin typeface="Calibri"/>
              </a:rPr>
              <a:t>■  </a:t>
            </a:r>
            <a:r>
              <a:rPr sz="2400">
                <a:solidFill>
                  <a:srgbClr val="222B38"/>
                </a:solidFill>
                <a:latin typeface="Calibri"/>
              </a:rPr>
              <a:t>Saralash natijalarini tekshirish ham dasturlashda muhim qadam.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34440"/>
            <a:ext cx="12191695" cy="64008"/>
          </a:xfrm>
          <a:prstGeom prst="rect">
            <a:avLst/>
          </a:prstGeom>
          <a:solidFill>
            <a:srgbClr val="E08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12471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Xulosa va nazorat savollari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B6778"/>
                </a:solidFill>
                <a:latin typeface="Calibri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8813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Chiziqli va binar qidirishning murakkabligini taqqoslang. Binar qidirish qachon qo‘llanadi?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Pufakchali, tanlash va qo‘yish orqali saralash algoritmlarining g‘oyasini tushuntiring.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Saralash algoritmining barqarorligi nimani anglatadi?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Birlashtirish orqali saralash qanday ishlaydi va nima uchun uning murakkabligi O(n log n)?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E08E2B"/>
                </a:solidFill>
                <a:latin typeface="Calibri"/>
              </a:rPr>
              <a:t>■  </a:t>
            </a:r>
            <a:r>
              <a:rPr sz="2200">
                <a:solidFill>
                  <a:srgbClr val="222B38"/>
                </a:solidFill>
                <a:latin typeface="Calibri"/>
              </a:rPr>
              <a:t>Tez saralashning eng yomon holati qachon yuz beradi?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