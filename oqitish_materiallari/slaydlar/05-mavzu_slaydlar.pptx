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5-MAVZU. Qidirish va saralash algoritmlari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Qidirish masalasi va chiziqli qidirish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Binar qidirish va interpolyatsion qidirish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Saralash masalasi va oddiy saralash algoritmlari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Samarali saralash algoritmlari va ularni taqqoslash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Qidirish masalasi va chiziqli qidirish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Qidirish masalasi informatikaning eng ko‘p uchraydigan masalalaridan biridir.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Qidirishda ishlatiladigan qiymat kalit deb ataladi.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Chiziqli qidirish yoki ketma-ket qidirish eng sodda algoritmdir.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Chiziqli qidirishni tezlashtirish uchun soqchi (sentinel) usuli qo‘llanadi.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Qidirish masalasi va chiziqli qidirish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chiziqli_qidirish(royxat, kalit):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for i in range(len(royxat)):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if royxat[i] == kalit: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    return i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-1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inventar = [4521, 1033, 8870, 2216, 5009, 7341]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print(chiziqli_qidirish(inventar, 2216))   # 3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print(chiziqli_qidirish(inventar, 9999))   # -1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Binar qidirish va interpolyatsion qidirish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Tartiblangan ro‘yxatda qidirish ancha samaraliroq bajarilishi mumkin.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Qidirish oralig‘ining chap va o‘ng chegaralari belgilanadi, boshida ular butun ro‘yxatni qamrab oladi.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Birinchisi, ma’lumotlar tartiblangan bo‘lishi shart.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Bunday tillarda chap + (o‘ng - chap) // 2 yozuvi xavfsizroq hisoblanadi.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Binar qidirish va interpolyatsion qidirish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binar_qidirish(royxat, kalit):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chap, ong = 0, len(royxat) - 1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while chap &lt;= ong: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orta = (chap + ong) // 2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royxat[orta] == kalit: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return orta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elif royxat[orta] &lt; kalit: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chap = orta + 1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else: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ong = orta - 1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-1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a = [3, 8, 15, 21, 27, 34, 42, 56, 63, 71]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print(binar_qidirish(a, 34))   # 5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print(binar_qidirish(a, 10))   # -1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Saralash masalasi va oddiy saralash algoritmlari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Saralash elementlarni biror tartibda, odatda o‘sish yoki kamayish bo‘yicha joylashtirish jarayonidir.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Saralash algoritmlari bir necha belgi bo‘yicha tasniflanadi.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Pufakchali saralash eng sodda algoritmlardan biri.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Saralash masalasi va oddiy saralash algoritmlari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pufakchali(a):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n = len(a)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for i in range(n - 1):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almashdi = False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for j in range(n - 1 - i):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if a[j] &gt; a[j + 1]: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a[j], a[j + 1] = a[j + 1], a[j]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almashdi = True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almashdi: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break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x = [64, 34, 25, 12, 22, 11, 90]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pufakchali(x)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print(x)   # [11, 12, 22, 25, 34, 64, 90]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4. Samarali saralash algoritmlari va ularni taqqoslash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Katta ma’lumotlar hajmida O(n²) algoritmlar yaroqsiz, shuning uchun O(n log n) vaqtda ishlovchi algoritmlar yaratilgan.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Birlashtirish oson: ikkala qismning boshidagi elementlar solishtirilib, kichigi natijaga olinadi.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Nazariyada taqqoslashga asoslangan har qanday saralash algoritmi eng yomon holatda kamida n log n tartibida taqqoslash bajarishi isbotlangan.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Amalda dasturchilar saralashni o‘zlari yozmaydilar, tayyor funksiyalardan foydalanadilar.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Saralash natijalarini tekshirish ham dasturlashda muhim qadam.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Chiziqli va binar qidirishning murakkabligini taqqoslang. Binar qidirish qachon qo‘llanadi?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Pufakchali, tanlash va qo‘yish orqali saralash algoritmlarining g‘oyasini tushuntiring.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Saralash algoritmining barqarorligi nimani anglatadi?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Birlashtirish orqali saralash qanday ishlaydi va nima uchun uning murakkabligi O(n log n)?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Tez saralashning eng yomon holati qachon yuz beradi?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