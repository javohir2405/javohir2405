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91440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D6E8"/>
                </a:solidFill>
                <a:latin typeface="Calibri"/>
              </a:rPr>
              <a:t>Ma’lumotlar tuzilmasi va algoritmlar fani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920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3-MAVZU. Massivlar va satrlar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3C17A"/>
                </a:solidFill>
                <a:latin typeface="Calibri"/>
              </a:rPr>
              <a:t>Nazariy mashg‘ulot · 2 soat (80 daqiqa)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6E8"/>
                </a:solidFill>
                <a:latin typeface="Calibri"/>
              </a:rPr>
              <a:t>Yo‘nalish: 50320203 – Kutubxonashunoslik va bibliografiya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Mavzu rejasi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1. Massiv tushunchasi va uning xotirada joylashuvi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2. Massiv ustida asosiy amallar va ularning murakkabligi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3. Ko‘p o‘lchamli massivlar va Python ro‘yxatlari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4. Satrlar va ular bilan ishlash algoritmlari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1. Massiv tushunchasi va uning xotirada joylashuvi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Massiv bir xil turdagi elementlarning tartiblangan to‘plamidir.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Massivning asosiy xususiyati uning elementlari kompyuter xotirasida ketma-ket, bir-biriga yopishgan holda joylashishidir.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Bu xususiyat tasodifiy murojaat deb ataladi va murakkabligi O(1) 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Klassik massivning o‘lchami e’lon qilinganda belgilanadi va keyin o‘zgarmaydi.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Uning o‘lchami zarur bo‘lganda avtomatik kattalashadi.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Massiv tushunchasi va uning xotirada joylashuvi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bosh = []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sonlar = [5, 3, 8, 1]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nollar = [0] * 6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kvadratlar = [i * i for i in range(1, 8)]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print(sonlar[0], sonlar[-1])   # 5 1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print(nollar, kvadratlar)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Massiv ustida asosiy amallar va ularning murakkabligi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Massiv ustida bajariladigan asosiy amallar beshta: elementga murojaat, o‘zgartirish, qidirish, qo‘shish va o‘chirish.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Elementga murojaat va uni o‘zgartirish indeks bo‘yicha amalga oshiriladi va O(1) vaqt oladi.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Qidirish amali massivda berilgan qiymatni topishdir.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Massiv oxiriga element qo‘shish dinamik massivda o‘rtacha O(1) vaqt oladi.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Oxirgi elementni o‘chirish O(1) vaqt oladi, pop metodi shuni bajaradi.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Massiv ustida asosiy amallar va ularning murakkabligi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a = [10, 20, 40, 50]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a.insert(2, 30)      # o'rtaga qo'shish, O(n)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a.append(60)         # oxiriga qo'shish, O(1)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a.pop()              # oxirgisini o'chirish, O(1)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a.remove(10)         # qiymat bo'yicha o'chirish, O(n)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print(a)             # [20, 30, 40, 50]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Ko‘p o‘lchamli massivlar va Python ro‘yxatlari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Ko‘p o‘lchamli massiv elementlari bir nechta indeks bilan aniqlanadigan massivdir.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 o‘lchamli massiv kutubxona ishida ko‘p uchraydi.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Python tilida ikki o‘lchamli massiv ro‘yxatlar ro‘yxati sifatida yaratiladi.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Matritsani qayta ishlash uchun ichma-ich sikllar ishlatiladi.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Matritsani transponirlash qator va ustunlarni almashtirishdir.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Ko‘p o‘lchamli massivlar va Python ro‘yxatlari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# Noto'g'ri: barcha qatorlar bitta ro'yxat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x = [[0] * 3] * 3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x[0][0] = 1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print(x)        # [[1, 0, 0], [1, 0, 0], [1, 0, 0]]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# To'g'ri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y = [[0] * 3 for _ in range(3)]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y[0][0] = 1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print(y)        # [[1, 0, 0], [0, 0, 0], [0, 0, 0]]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tashrif = [[12, 15, 9, 20, 18, 30, 5],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       [10, 14, 11, 22, 19, 28, 7]]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print(sum(tashrif[0]), max(tashrif[1]))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4. Satrlar va ular bilan ishlash algoritmlari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Satr belgilar ketma-ketligidir, ya’ni belgilar massivi sifatida qaralishi mumkin.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Python tilida satrlar o‘zgarmas obyektlardir.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Satrlarni solishtirish leksikografik, ya’ni lug‘atdagi tartib bo‘yicha amalga oshiriladi.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Satrlar kodlash masalasi ham e’tiborga loyiq.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Mavzuni yakunlab shuni aytish mumkin: massiv va satr — keyingi barcha tuzilmalarning asosi.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Xulosa va nazorat savollari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Massiv elementlari xotirada qanday joylashadi va nima uchun indeks bo‘yicha murojaat O(1) vaqt oladi?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Massivning boshiga element qo‘shish nima uchun O(n) murakkablikka ega?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Dinamik massiv o‘lchamini qanday oshiradi va amortizatsiyalangan murakkablik nima?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Python tilida ikki o‘lchamli massiv yaratishda qanday xatoga yo‘l qo‘yilishi mumkin?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Satrning o‘zgarmasligi nimani anglatadi va qismsatrni qidirish algoritmlarining murakkabligi qanday?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