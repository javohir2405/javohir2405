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12-MAVZU. Stek va navbatni dasturlash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Amaliy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Mashg‘ulot maqsadi, tayyorgarlik va stek sinfini yaratish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Stek yordamida masalalar yechish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Navbatni dasturlash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Mini-loyiha va natijalarni umumlashtirish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Mashg‘ulot maqsadi, tayyorgarlik va stek sinfini yaratish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Ushbu amaliy mashg‘ulot stek va navbat mavzusidagi nazariy bilimlarni mustahkamlashga qaratilgan.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oldingi mavzu bo‘yicha qisqa so‘rov bilan boshlanadi.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Dasturlash muhiti tayyorlanadi va yangi fayl ochiladi.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Mashg‘ulot maqsadi, tayyorgarlik va stek sinfini yaratish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Stek: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self._a = []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push(self, x):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self._a.append(x)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pop(self):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not self._a: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raise IndexError("Stek bo'sh")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self._a.pop()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peek(self):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not self._a: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raise IndexError("Stek bo'sh")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self._a[-1]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Stek yordamida masalalar yechish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topshiriq — qavslar balansini tekshirish.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 masalani kengaytirish uchun xato qavs o‘rnini ko‘rsatuvchi variant yoziladi.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topshiriq — postfiks ifodani hisoblash.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To‘rtinchi topshiriq — «bekor qilish» tizimini modellashtirish.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Stek yordamida masalalar yechish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def qavslar_togri(ifoda):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juft = {")": "(", "]": "[", "}": "{"}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s = Stek()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for belgi in ifoda: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    if belgi in "([{":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        s.push(belgi)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    elif belgi in ")]}":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        if s.bosh_mi() or s.pop() != juft[belgi]: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            return False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return s.bosh_mi()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for ifoda in ("{[()]}", "([)]", "((", ")(", "a*(b+c)-[d]"):</a:t>
            </a:r>
          </a:p>
          <a:p>
            <a:pPr algn="l"/>
            <a:r>
              <a:rPr sz="1600">
                <a:solidFill>
                  <a:srgbClr val="222B38"/>
                </a:solidFill>
                <a:latin typeface="Courier New"/>
              </a:rPr>
              <a:t>    print(ifoda, qavslar_togri(ifoda))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Navbatni dasturlash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bosqichda navbat tuzilmasi yoziladi.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Cheklangan o‘lchamli massivda bosh indeks va elementlar soni saqlanadi.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Navbat yordamida birinchi masala — Josephus masalasi.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Talabalar heapq moduli yordamida kitob buyurtmalari tizimini yozadilar.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masala — ikkita stek yordamida navbat yasash.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Navbatni dasturlash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from collections import deque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Navbat: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self._a = deque()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enqueue(self, x):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self._a.append(x)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dequeue(self):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not self._a: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raise IndexError("Navbat bo'sh")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self._a.popleft()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front(self):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not self._a: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4. Mini-loyiha va natijalarni umumlashtirish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To‘rtinchi bosqichda talabalar «Kutubxona xizmat ko‘rsatish tizimi» mini-loyihasini bajaradilar.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Loyiha bajarilishi davomida talabalar ma’lumotlar tuzilmalarini real vaziyatda birlashtirishni o‘rganadilar.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Uyga vazifa: infiks ifodani postfiks ko‘rinishga o‘tkazuvchi dastur yozish.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Uyga berilgan vazifa bajarilgach, talaba o‘z yechimini bosqichma-bosqich tushuntirib beruvchi qisqa yozma izoh tayyorlaydi.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Mashg‘ulot davomida to‘plangan tajribani umumlashtirish uchun talabalar tuzilmani tanlash bo‘yicha qisqa qo‘llanma tuzadilar.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Bo‘sh stekdan element olishga urinish nima deb ataladi va uni qanday ishlash kerak?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Postfiks ifodani stek yordamida hisoblash algoritmini tushuntiring.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Nima uchun navbat uchun list emas, deque tavsiya etiladi?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Doiraviy navbatda qo‘shish indeksi qanday hisoblanadi?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Ikkita stek yordamida navbat qanday yasaladi?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