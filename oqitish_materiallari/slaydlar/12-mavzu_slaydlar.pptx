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12-MAVZU. Stek va navbatni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maqsadi, tayyorgarlik va stek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Stek yordamida masalalar yechish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Navbatni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Mini-loyiha va natijalarni umumlashtirish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maqsadi, tayyorgarlik va stek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stek va navbat mavzusidagi nazariy bilimlarni mustahkamlashga qaratilgan.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oldingi mavzu bo‘yicha qisqa so‘rov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 tayyorlanadi va yangi fayl ochiladi.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maqsadi, tayyorgarlik va stek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Stek: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push(self,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pop(self):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self._a.pop()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peek(self):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self._a[-1]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Stek yordamida masalalar yechish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 — qavslar balansini tekshirish.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masalani kengaytirish uchun xato qavs o‘rnini ko‘rsatuvchi variant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postfiks ifodani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«bekor qilish» tizimini modellashtirish.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Stek yordamida masalalar yechish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qavslar_togri(ifoda):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juft = {")": "(", "]": "[", "}": "{"}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 = Stek()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for belgi in ifoda: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if belgi in "([{":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s.push(belgi)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elif belgi in ")]}":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if s.bosh_mi() or s.pop() != juft[belgi]: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    return False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s.bosh_mi()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ifoda in ("{[()]}", "([)]", "((", ")(", "a*(b+c)-[d]"):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print(ifoda, qavslar_togri(ifoda))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navbat tuzilmasi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Cheklangan o‘lchamli massivda bosh indeks va elementlar soni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yordamida birinchi masala — Josephus masalasi.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heapq moduli yordamida kitob buyurtmalari tizimini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 — ikkita stek yordamida navbat yasash.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 = deque()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enqueue(self,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dequeue(self):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IndexError("Navbat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front(self):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Mini-loyiha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To‘rtinchi bosqichda talabalar «Kutubxona xizmat ko‘rsatish tizimi» mini-loyihasini bajaradilar.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Loyiha bajarilishi davomida talabalar ma’lumotlar tuzilmalarini real vaziyatda birlashtirishni o‘rganadilar.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Uyga vazifa: infiks ifodani postfiks ko‘rinishga o‘tkazuvchi dastur yozish.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Uyga berilgan vazifa bajarilgach, talaba o‘z yechimini bosqichma-bosqich tushuntirib beruvchi qisqa yozma izoh tayyorlaydi.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 davomida to‘plangan tajribani umumlashtirish uchun talabalar tuzilmani tanlash bo‘yicha qisqa qo‘llanma tuzadilar.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Bo‘sh stekdan element olishga urinish nima deb ataladi va uni qanday ishlash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Postfiks ifodani stek yordamida hisoblash algoritmini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navbat uchun list emas, deque tavsiya etiladi?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Doiraviy navbatda qo‘shish indeksi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Ikkita stek yordamida navbat qanday yasaladi?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