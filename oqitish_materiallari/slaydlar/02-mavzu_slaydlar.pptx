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2-MAVZU. Algoritmlarni ifodalash va murakkablikni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Amaliy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Amaliy ish uchun nazariy asos va dasturlash muhitini tayyorlash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Blok-sxema va psevdokod bo‘yicha masalalar yechish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Algoritmlarni Python tilida yozish va vaqtini o‘lchash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Murakkablikni baholash bo‘yicha mustaqil topshiriqlar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Amaliy ish uchun nazariy asos va dasturlash muhitini tayyorlash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Amaliy mashg‘ulotning maqsadi birinchi mavzuda o‘rganilgan nazariy bilimlarni aniq masalalarda qo‘llashdir.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Ish boshlanishidan oldin dasturlash muhiti tayyorlanadi.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Dasturlash muhitida ishlash qoidalari ham eslatiladi.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Kerakli nazariy ma’lumotlar qisqacha takrorlanadi.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Amaliy ish uchun nazariy asos va dasturlash muhitini tayyorlash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print("Salom, algoritmlar olami!")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x = 7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y = 5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print("Yig'indi:", x + 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Blok-sxema va psevdokod bo‘yicha masalalar yechish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Birinchi topshiriq: uchta sondan eng kattasini topish algoritmini tuzish.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Boshlash. a, b, c qiymatlarini kiritish. maks = a.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Ikkinchi topshiriq: kutubxona jarimasini hisoblash.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topshiriq: birinchi n ta natural sonning yig‘indisini topish.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To‘rtinchi topshiriq: algoritmni «qo‘lda bajarish», ya’ni trassirovka qilish.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Blok-sxema va psevdokod bo‘yicha masalalar yechish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def jarima(kun, stavka):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if kun &lt;= 0: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    return 0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return kun * stavka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print(jarima(0, 500))    # 0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print(jarima(6, 500))    # 3000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Algoritmlarni Python tilida yozish va vaqtini o‘lchash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Algoritm psevdokod ko‘rinishida tayyor bo‘lgach, uni dasturga o‘tkazish mumkin.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Dastur yozilgach, uni turli kirish ma’lumotlarida sinash kerak.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Endi tub sonni aniqlash algoritmining ikki variantini yozamiz.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Dastur ishga tushirilgach, talabalar ikkala funksiya bir xil natija berishini, lekin ikkinchisi yuzlab marta tezroq ishlashini ko‘radilar.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 marta o‘lchash natijasi tasodifiy omillarga bog‘liq bo‘lishi mumkin: fon jarayonlari, kompyuter yuklamasi va boshqalar.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Algoritmlarni Python tilida yozish va vaqtini o‘lchash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def eng_katta(a, b, c):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maks = a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if b &gt; maks: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    maks = b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if c &gt; maks: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    maks = c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return maks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print(eng_katta(4, 11, 7))   # 11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print(eng_katta(9, 3, 9))    #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4. Murakkablikni baholash bo‘yicha mustaqil topshiriqlar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Mashg‘ulotning yakuniy qismida talabalar mustaqil topshiriqlarni bajaradilar.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Kutubxonada n ta kitob nomi ro‘yxatda saqlanadi.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Talabalarning mustaqil ishi baholanayotganda to‘g‘rilik, kodning tushunarliligi, sinovlar to‘liqligi…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 davomida shuningdek algoritmni umumlashtirish g‘oyasi ham qo‘llaniladi.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Python tilining standart max va min funksiyalari ham shu algoritmga asoslangan.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Uchta sondan eng kattasini topish algoritmining blok-sxemasini chizing.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Trassirovka nima va u qanday xatolarni topishga yordam beradi?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Nima uchun tub sonni tekshirishda ildizgacha bo‘lgan sonlarni tekshirish yetarli?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time modulidan foydalanib funksiya bajarilish vaqti qanday o‘lchanadi?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Ikki ichma-ich siklli kod bo‘lagining murakkabligi qanday aniqlanadi?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