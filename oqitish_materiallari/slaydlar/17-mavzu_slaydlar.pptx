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17-MAVZU. Graflar va ularni tasvirlash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Graf tushunchasi, asosiy atamalar va graflar turlari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Graflarni kompyuter xotirasida tasvirlash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Graflarni aylanib chiqish: kenglik va chuqurlik bo‘yicha qidirish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Vaznli graflar va eng qisqa yo‘l algoritmlari, qo‘llanilishi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Graf tushunchasi, asosiy atamalar va graflar turlari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 nochiziqli ma’lumotlar tuzilmasi bo‘lib, obyektlar va ular orasidagi bog‘lanishlarni ifodalaydi.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Shaharlar va ularni bog‘lovchi yo‘llar graf hosil qiladi: shaharlar uchlar, yo‘llar qirralar.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Graflar yo‘nalishli va yo‘nalishsiz turlarga bo‘linadi.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Graf tushunchasi, asosiy atamalar va graflar turlari (davomi)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Vaznli grafda har bir qirraga son, ya’ni vazn beriladi.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Ikki uch qo‘shni deyiladi, agar ularni qirra bog‘lasa.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Tugunlari soni V va qirralari soni E bo‘lgan grafda E ning qiymati V ga nisbatan qanday bo‘lishi muhim.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Graflar nazariyasining dastlabki masalasi Kyonigsberg ko‘priklari haqida.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Graflarni kompyuter xotirasida tasvirlash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Grafni xotirada saqlashning ikkita asosiy usuli bor: qo‘shnilik matritsasi va qo‘shnilik ro‘yxati.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Qo‘shnilik matritsasining kamchiligi xotira sarfi.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Qo‘shnilik ro‘yxatida har bir uch uchun uning qo‘shnilari ro‘yxati saqlanadi.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Graflarni kompyuter xotirasida tasvirlash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# Yo'nalishsiz graf: mualliflar orasidagi hammualliflik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mualliflar = ["A", "B", "C", "D", "E"]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qirralar = [("A", "B"), ("A", "C"), ("B", "C"), ("C", "D"), ("D", "E")]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# Qo'shnilik ro'yxati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royxat = {u: [] for u in mualliflar}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for u, v in qirralar: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royxat[u].append(v)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royxat[v].append(u)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# Qo'shnilik matritsasi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indeks = {u: i for i, u in enumerate(mualliflar)}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n = len(mualliflar)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matritsa = [[0] * n for _ in range(n)]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for u, v in qirralar: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matritsa[indeks[u]][indeks[v]] =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Graflarni aylanib chiqish: kenglik va chuqurlik bo‘yicha qidirish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 bo‘ylab yurish va uning barcha uchlarini ko‘rib chiqish graf algoritmlarining asosidir.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Kenglikka birinchi qidirish boshlang‘ich uchdan boshlab uni qo‘shnilarini, keyin qo‘shnilarning qo‘shnilarini va hokazo, daraja-daraja ko‘radi.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Buning uchun har bir uch uchun masofa va oldingi uch saqlanadi.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 stek tuzilmasiga asoslanadi: rekursiya yoki aniq stek orqali.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Graflarni aylanib chiqish: kenglik va chuqurlik bo‘yicha qidirish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from collections import deque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bfs(royxat, boshi):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korilgan = {boshi}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navbat = deque([boshi])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tartib = []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while navbat: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u = navbat.popleft()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tartib.append(u)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for v in royxat[u]: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if v not in korilgan: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korilgan.add(v)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        navbat.append(v)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tartib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print(bfs(royxat, "A"))     # ['A', 'B', 'C', 'D', 'E']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Vaznli graflar va eng qisqa yo‘l algoritmlari, qo‘llanilishi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Vaznli grafda qirralarning turli xarajati bo‘lgani uchun eng qisqa yo‘l qirralar soni bilan emas, vaznlar yig‘indisi bilan o‘lchanadi.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Deykstra algoritmining g‘oyasi ochko‘zlik tamoyiliga asoslanadi.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Graflarning yana bir qiziqarli qo‘llanilishi — rangga bo‘yash masalasi.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Graflarning bibliografik qo‘llanilishini batafsilroq ko‘rib chiqamiz.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Unda tushunchalar uchlar, ular orasidagi munosabatlar, masalan, «muallifi», «nashr etilgan yili», «mavzusi», qirralar bo‘ladi.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Graf nima va daraxt grafdan nimasi bilan farq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Qo‘shnilik matritsasi va qo‘shnilik ro‘yxatini xotira va tezlik bo‘yicha taqqoslang.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BFS va DFS qaysi tuzilmalardan foydalanadi va ular qanday farq qiladi?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Deykstra algoritmi qaysi masalani yechadi va qanday cheklovi bor?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Kutubxona sohasida graflar qayerda qo‘llaniladi?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