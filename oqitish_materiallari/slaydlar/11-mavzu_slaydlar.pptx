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11-MAVZU. Stek va navbat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Nazariy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Stek tuzilmasi va uning asosiy amallari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Stekni massiv va bog‘langan ro‘yxat yordamida amalga oshirish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Navbat tuzilmasi, dek va ustuvorlik navbati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Stek va navbatning qo‘llanilishi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1. Stek tuzilmasi va uning asosiy amallari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Stek chiziqli ma’lumotlar tuzilmasi bo‘lib, undagi elementlar «oxirgi kirgan birinchi chiqadi» qoidasi bo‘yicha qayta ishlanadi.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Stekni tushunish uchun kundalik hayotdan misollar keltiramiz.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Birinchisi, push yoki qo‘shish: yangi element stek cho‘qqisiga qo‘yiladi.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Birinchisi, bo‘sh stekdan element chiqarishga urinish, bu stek ostidan chiqish deyiladi.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1. Stek tuzilmasi va uning asosiy amallari (davomi)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Uning mantiqiy ta’rifi amallar to‘plami va ularning xossalaridan iborat, amalga oshirish usuli esa yashirin.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Stek kompyuterning o‘zida ham keng qo‘llaniladi.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Stekning matematik modelini ham ko‘rib chiqamiz.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Stek ustidagi amallar ketma-ketligini kuzatish foydali.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Stek ustidagi amallarning vaqt murakkabligini jadval ko‘rinishida yodda tutish foydali.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Stekni massiv va bog‘langan ro‘yxat yordamida amalga oshirish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Stekni amalga oshirishning ikkita asosiy usuli bor: massiv asosida va bog‘langan ro‘yxat asosida.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Ro‘yxat dinamik massiv bo‘lgani uchun hajm avtomatik oshadi va stek to‘lib ketmaydi, faqat xotira tugagandagina muammo yuz beradi.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Bog‘langan ro‘yxatga asoslangan stekda cho‘qqi ro‘yxatning bosh tuguni bo‘ladi.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Massivga asoslangan stek xotirani tejaydi, kesh bilan yaxshi ishlaydi va amalda tezroq.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Stekni massiv va bog‘langan ro‘yxat yordamida amalga oshirish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Stek: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self._elementlar = []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push(self, x):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self._elementlar.append(x)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pop(self):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not self._elementlar: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raise IndexError("Stek bo'sh")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self._elementlar.pop()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peek(self):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not self._elementlar: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raise IndexError("Stek bo'sh")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self._elementlar[-1]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Navbat tuzilmasi, dek va ustuvorlik navbati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Navbat chiziqli tuzilma bo‘lib, undagi elementlar «birinchi kirgan birinchi chiqadi» qoidasi bilan qayta ishlanadi.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Navbatning asosiy amallari: enqueue yoki navbatga qo‘shish, dequeue yoki navbatdan chiqarish, front yoki boshidagi elementni ko‘rish.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Navbatni oddiy massiv bilan amalga oshirishda muammo bor.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Navbatni bog‘langan ro‘yxat yordamida amalga oshirish ancha sodda.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Navbat tuzilmasi, dek va ustuvorlik navbati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DoiraviyNavbat: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__init__(self, sigim):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self.a = [None] * sigim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self.bosh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self.soni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enqueue(self, x):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self.soni == len(self.a):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raise OverflowError("Navbat to'lgan")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oxir = (self.bosh + self.soni) % len(self.a)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self.a[oxir] = x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self.soni +=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dequeue(self):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self.soni == 0: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raise IndexError("Navbat bo'sh")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4. Stek va navbatning qo‘llanilishi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Stek va navbat dasturlashda juda ko‘p masalalarda ishlatiladi.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Biz odatda infiks yozuvdan, ya’ni amal sonlar o‘rtasida turadigan yozuvdan foydalanamiz, masalan, 3 + 4.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Xulosa qilib aytganda, stek va navbat oddiy, lekin juda kuchli tuzilmalardir.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Mavzuni yakunlashda stek va navbat tuzilmalari bilan bog‘liq ba’zi tarixiy ma’lumotlar keltiriladi.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Navbat va stekning bir nechta turli ko‘rinishlari bor, ularni solishtirish foydali.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Stek va navbat o‘rtasidagi asosiy farq nimada?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Stekning asosiy amallarini va ularning murakkabligini ayting.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Doiraviy navbat qanday muammoni hal qiladi?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Qavslar balansi stek yordamida qanday tekshiriladi?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Ustuvorlik navbati oddiy navbatdan nimasi bilan farq qiladi?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