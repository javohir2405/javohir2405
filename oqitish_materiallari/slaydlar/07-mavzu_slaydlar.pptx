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7-MAVZU. Oddiy saralash algoritmlarini dasturlash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Amaliy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Saralash algoritmlarini dasturlashga tayyorgarlik va to‘g‘rilikni tekshirish usullari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Pufakchali va tanlash orqali saralashni dasturlash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Qo‘yish orqali saralash va yozuvlarni saralash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Saralash algoritmlarini tajribada taqqoslash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1. Saralash algoritmlarini dasturlashga tayyorgarlik va to‘g‘rilikni tekshirish usullari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Ushbu amaliy mashg‘ulot beshinchi mavzuda nazariy jihatdan o‘rganilgan oddiy saralash algoritmlarini dasturlashga bag‘ishlanadi.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Saralash algoritmini yozishdan oldin uning to‘g‘riligini tekshirish vositasini yaratish zarur.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Tekshirish funksiyasi ikki shartni nazorat qiladi.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Sinov ma’lumotlarini tanlash alohida ahamiyatga ega.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1. Saralash algoritmlarini dasturlashga tayyorgarlik va to‘g‘rilikni tekshirish usullari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import random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saralanganmi(a):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for i in range(len(a) - 1):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a[i] &gt; a[i + 1]: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return False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return True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tekshir(saralash_funksiyasi, sinov=200):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for _ in range(sinov):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n = random.randint(0, 30)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a = [random.randint(-50, 50) for _ in range(n)]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asl = a[:]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saralash_funksiyasi(a)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assert saralanganmi(a), ("Tartib buzilgan", asl, a)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assert sorted(asl) == a, ("Elementlar yo'qolgan", asl, 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Pufakchali va tanlash orqali saralashni dasturlash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Talabalar nazariy darsda ko‘rilgan algoritmni mustaqil yozadilar.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Talabalar uchta variantning qanday farq qilishini ko‘rish uchun almashishlar va taqqoslashlar sonini hisoblaydilar.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Algoritm har bir i uchun i-pozitsiyadan boshlab eng kichik elementni topadi va uni i-pozitsiyadagi element bilan almashtiradi.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Talabalar tanlash orqali saralashda almashishlar soni ko‘pi bilan n - 1 ekanini tajribada ko‘radilar.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topshiriq: algoritmlarning barqarorligini tekshirish.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Pufakchali va tanlash orqali saralashni dasturlash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pufakchali(a, kuzat=False):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n = len(a)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for i in range(n - 1):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almashdi = False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for j in range(n - 1 - i):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if a[j] &gt; a[j + 1]: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    a[j], a[j + 1] = a[j + 1], a[j]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    almashdi = True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kuzat: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print(f"{i + 1}-o'tish:", a)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not almashdi: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break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x = [5, 1, 4, 2, 8]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pufakchali(x, kuzat=True)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print(tekshir(pufakchali))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Qo‘yish orqali saralash va yozuvlarni saralash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bosqichda qo‘yish orqali saralash dasturlanadi.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Algoritmni tahlil qilishda talabalar qo‘yish orqali saralash deyarli tartiblangan ro‘yxatda juda tez ishlashini kuzatadilar.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Kutubxonada saralanadigan ma’lumotlar oddiy sonlar emas, balki kitob yozuvlari: muallif, nom, yil.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Kitoblar avval muallif bo‘yicha, bir muallifning kitoblari esa yil bo‘yicha tartiblanishi kerak.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Qo‘yish orqali saralash va yozuvlarni saralash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qoyish_orqali(a, kuzat=False):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for i in range(1, len(a)):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joriy = a[i]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j = i - 1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while j &gt;= 0 and a[j] &gt; joriy: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a[j + 1] = a[j]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j -=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a[j + 1] = joriy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kuzat: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print(f"{i}-qadam:", a)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z = [12, 11, 13, 5, 6]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qoyish_orqali(z, kuzat=True)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print(tekshir(qoyish_orqali))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4. Saralash algoritmlarini tajribada taqqoslash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Mashg‘ulotning yakuniy bosqichida uchala algoritm tezlik bo‘yicha taqqoslanadi.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Natijalarni tahlil qilishda talabalar bir nechta qonuniyatni payqaydilar.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Mavzuning kasbiy ahamiyatini alohida ta’kidlash kerak.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Shuningdek talabalar oddiy algoritmlarning cheklovlarini ham anglab yetishlari kerak.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Ushbu mashg‘ulot talabalarning mustaqil o‘rganish ko‘nikmasini ham rivojlantiradi.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Saralash funksiyasining to‘g‘riligi qaysi ikki shart bo‘yicha tekshiriladi?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Pufakchali saralashda almashish bayrog‘i nima uchun kerak?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Tanlash orqali saralashda almashishlar soni nima uchun ko‘pi bilan n - 1 ta bo‘ladi?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Qo‘yish orqali saralash qaysi hollarda eng tez ishlaydi?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Ko‘p kalitli saralashda barqarorlik nima uchun muhim?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