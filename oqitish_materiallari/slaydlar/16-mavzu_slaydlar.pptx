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16-MAVZU. Ikkilik daraxtlarni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Mashg‘ulot maqsadi va daraxt tuguni sinfini yaratish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Daraxtni aylanib chiqish va asosiy xususiyatlarini hisoblash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Ikkilik qidiruv daraxtini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Kutubxona katalogi mini-loyihasi va natijalarni umumlashtirish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daraxt tuguni sinfini yaratish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mashg‘ulotda talabalar ikkilik daraxt va ikkilik qidiruv daraxtini Python tilida to‘liq dasturlaydilar.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nazariy bilimlarni tezkor tekshirishdan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tuguda qiymat, chap va o‘ng bolaga havolalar bo‘ladi.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daraxt tuguni sinfini yaratish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self.chap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self.ong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chiroyli(t, bosh=0):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t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chiroyli(t.ong, bosh + 1)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print("    " * bosh + str(t.qiymat))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chiroyli(t.chap, bosh + 1)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ildiz = Tugun(50)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ildiz.chap, ildiz.ong = Tugun(30), Tugun(70)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ildiz.chap.chap, ildiz.chap.ong = Tugun(20), Tugun(40)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Daraxtni aylanib chiqish va asosiy xususiyatlarini hisoblash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 — uchta chuqurlik bo‘yicha aylanib chiqishni yozish: to‘g‘ri, simmetrik va teskari tartib.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 — kenglikka birinchi aylanib chiqish, ya’ni darajalar bo‘yicha chiqarish.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 — daraxtning xususiyatlarini hisoblash.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 — ikki daraxtni teng ekanligini tekshirish.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Daraxtni aylanib chiqish va asosiy xususiyatlarini hisoblash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to_g_ri_tartib(t):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[] if t is None else [t.qiymat] + to_g_ri_tartib(t.chap) + to_g_ri_tartib(t.ong)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simmetrik_tartib(t):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[] if t is None else simmetrik_tartib(t.chap) + [t.qiymat] + simmetrik_tartib(t.ong)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teskari_tartib(t):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[] if t is None else teskari_tartib(t.chap) + teskari_tartib(t.ong) + [t.qiymat]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print(to_g_ri_tartib(ildiz))      # [50, 30, 20, 40, 70]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print(simmetrik_tartib(ildiz))    # [20, 30, 40, 50, 70]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print(teskari_tartib(ildiz))      # [20, 40, 30, 70, 50]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Ikkilik qidiruv daraxtini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ikkilik qidiruv daraxti sinfi yoziladi.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Qidiruv daraxtini sinash uchun xususiyat tekshiruvchi funksiya yoziladi: simmetrik tartib natijasi qat’iy o‘sib borishi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Muvozanat masalasini tajribada ko‘rish uchun ikki daraxt qurilib, balandliklari solishtiriladi.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Ikkilik qidiruv daraxtini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BST: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self.ildiz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qosh(self, k):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self.ildiz = self._qosh(self.ildiz, k)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_qosh(self, t, k):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t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return Tugun(k)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k &lt; t.qiymat: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t.chap = self._qosh(t.chap, k)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elif k &gt; t.qiymat: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t.ong = self._qosh(t.ong, k)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Kutubxona katalogi mini-loyihasi va natijalarni umumlashtirish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to‘rtinchi bosqichida mini-loyiha bajariladi: «Daraxt asosidagi katalog».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Prefiks bo‘yicha qidirish uchun simmetrik aylanib chiqish ishlatiladi va mos yozuvlar tanlanadi.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yakunlangach, talabalar daraxtlar bo‘yicha o‘z bilimlarini baholash uchun o‘z-o‘zini tekshirish ro‘yxatini to‘ldiradilar.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Daraxtlar mavzusi graflar mavzusiga ko‘prik hisoblanadi.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Uyga vazifani bajarishda talabalarga quyidagi yo‘riqnoma beriladi.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Daraxt funksiyalarida asosiy holat odatda qanday bo‘ladi?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Kenglikka birinchi aylanib chiqish uchun qaysi tuzilma ishlatiladi?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BST dan ikki bolali tugunni o‘chirish qanday amalga oshiriladi?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Tasodifiy va saralangan ketma-ketlikdan qurilgan daraxtlar balandligi nima uchun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Katalog uchun daraxt tuzilmasining massivga nisbatan afzalligi nimada?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