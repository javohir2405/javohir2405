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18-MAVZU. Graflar bilan ishlash algoritmlarini dasturlash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Mashg‘ulot maqsadi va graf sinfini yaratish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Kenglik va chuqurlik bo‘yicha qidirishni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Vaznli graflar va Deykstra algoritmi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Hammualliflik tarmog‘i mini-loyihasi va natijalarni umumlashtirish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Mashg‘ulot maqsadi va graf sinfini yaratish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Mazkur amaliy mashg‘ulotda talabalar graflar mavzusidagi nazariy bilimlarni dasturlash orqali mustahkamlaydilar.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nazariy savol-javob bilan boshlanadi.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Sinf yo‘nalishli yoki yo‘nalishsiz bo‘lishi mumkin va qirra qo‘shish, uch qo‘shish, qo‘shnilarni olish metodlariga ega bo‘ladi.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Mashg‘ulot maqsadi va graf sinfini yaratish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Graf: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yonalishli=False):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self.royxat = {}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self.yonalishli = yonalishli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uch_qosh(self, u):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self.royxat.setdefault(u, [])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qirra_qosh(self, u, v):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self.uch_qosh(u)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self.uch_qosh(v)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self.royxat[u].append(v)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not self.yonalishli: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self.royxat[v].append(u)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qoshnilar(self, u):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Kenglik va chuqurlik bo‘yicha qidirishni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bosqichda talabalar BFS algoritmini yozadilar.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 uni ikki usulda amalga oshiradilar: rekursiv va aniq stek yordamida.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topshiriq — BFS yordamida eng qisqa yo‘lni topish.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topshiriq — bog‘langan komponentlarni topish.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Kenglik va chuqurlik bo‘yicha qidirishni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from collections import deque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bfs(graf, boshi):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korilgan = {boshi}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navbat = deque([boshi])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tartib = []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while navbat: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u = navbat.popleft()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tartib.append(u)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for v in graf.qoshnilar(u):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if v not in korilgan: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korilgan.add(v)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navbat.append(v)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tartib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dfs(graf, boshi):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Vaznli graflar va Deykstra algoritmi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bosqichda vaznli graflar ustida ishlanadi.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masala — Deykstra algoritmini yozish.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Natijada Toshkentdan Buxorogacha eng qisqa masofa 570 ekani topiladi.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 Kruskal algoritmini soddalashtirilgan ko‘rinishda yozadilar.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Vaznli graflar va Deykstra algoritmi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import heapq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deykstra(royxat, boshi):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masofa = {u: float("inf") for u in royxat}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oldingi = {u: None for u in royxat}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masofa[boshi]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uyum = [(0, boshi)]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while uyum: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m, u = heapq.heappop(uyum)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m &gt; masofa[u]: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continue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for v, vazn in royxat[u]: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yangi = m + vazn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if yangi &lt; masofa[v]: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masofa[v] = yangi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oldingi[v] = 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Hammualliflik tarmog‘i mini-loyihasi va natijalarni umumlashtirish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bosqichda talabalar «Mualliflar tarmog‘ini tahlil qilish» mini-loyihasini bajaradilar.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Loyihada talabalar komponentlarni topish funksiyasidan ham foydalanadilar.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davomida talabalar loyihalarini hujjatlashtirishga ham e’tibor beradilar.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Grafni vizual ko‘rsatish talabalarda qiziqish uyg‘otadi.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Yakuniy savol sifatida talabalar quyidagi masalani muhokama qiladilar: kutubxona uchun hammualliflik tarmog‘i tahlili qanday foydali bo‘lishi mumkin?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Yo‘nalishsiz grafda barcha uchlar darajalari yig‘indisi qirralar soni bilan qanday bog‘langan?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BFS yordamida eng qisqa yo‘l qanday topiladi va yo‘l qanday tiklanadi?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Bog‘langan komponentlar qanday aniqlanadi?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Deykstra algoritmida ustuvorlik navbati nima uchun ishlatiladi?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Topologik tartiblash qanday masalani yechadi va sikl borligi qanday aniqlanadi?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