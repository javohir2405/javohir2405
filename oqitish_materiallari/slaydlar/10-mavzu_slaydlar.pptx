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10-MAVZU. Bog‘langan ro‘yxatlarni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Ro‘yxat sinfini yaratish va mashg‘ulotga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Qo‘shish, o‘chirish va qidirish amallarini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Ro‘yxat ustida klassik algoritmlarni bajarish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Kutubxona buyurtmalari modeli va deque bilan taqqoslash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Ro‘yxat sinfini yaratish va mashg‘ulotga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Ushbu amaliy mashg‘ulotda talabalar bog‘langan ro‘yxat tuzilmasini Python tilida to‘liq amalga oshiradilar.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nazariy bilimlarni tekshirishdan boshlanadi.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Dasturlash muhiti ochilib, yangi fayl yaratiladi.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Sinov uchun tekshiruv usuli oldindan belgilanadi.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Havolalar bilan ishlashda ehtiyotkorlik talab etiladi.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Ro‘yxat sinfini yaratish va mashg‘ulotga tayyorgarlik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Tugun: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__init__(self, qiymat, keyingi=None):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self.qiymat = qiymat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self.keyingi = keyingi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class BirBoglamli: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__init__(self):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None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self._uzunlik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__len__(self):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self._uzunlik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def royxatga_aylantir(self):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natija, j = [], self.bosh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Qo‘shish, o‘chirish va qidirish amallarini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Birinchi bo‘lib boshiga va oxiriga qo‘shish metodlari yoziladi.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Metod avval kerakli o‘rinning oldingi tugunini topadi, keyin yangi tugunni zanjirga kiritadi.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Algoritm ikki ko‘rsatkich bilan ishlaydi: oldingi va joriy.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 ro‘yxatni aylanib chiqadi va birinchi mos tugunning indeksini qaytaradi.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Qo‘shish, o‘chirish va qidirish amallarini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boshiga_qosh(self,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 = Tugun(qiymat, self.bosh)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self.bosh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self._uzunlik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oxiriga_qosh(self, qiymat):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 = Tugun(qiymat)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self.oxir is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self.bosh =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self.oxir.keyingi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self.oxir = t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self._uzunlik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Ro‘yxat ustida klassik algoritmlarni bajarish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uchinchi qismida bog‘langan ro‘yxat ustida klassik masalalar yechiladi.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Ikkinchi masala — ro‘yxatning o‘rta elementini bir o‘tishda topish.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masala — ikkita saralangan ro‘yxatni bitta saralangan ro‘yxatga birlashtirish.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To‘rtinchi masala — ro‘yxatda sikl borligini aniqlash.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Beshinchi masala — ro‘yxatdan takrorlanuvchi qiymatlarni olib tashlash.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Ro‘yxat ustida klassik algoritmlarni bajarish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teskari_aylantir(self):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oldingi, joriy = None, self.bosh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self.oxir = self.bosh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joriy is not None: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keyingi = joriy.keyingi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joriy.keyingi = oldingi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oldingi, joriy = joriy, keyingi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self.bosh = oldingi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BirBoglamli.teskari_aylantir = teskari_aylantir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 = BirBoglamli()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x in (1, 2, 3, 4):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q.oxiriga_qosh(x)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q.teskari_aylantir()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print(q.royxatga_aylantir())    # [4, 3, 2, 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Kutubxona buyurtmalari modeli va deque bilan taqqoslash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Mashg‘ulotning yakuniy qismida mini-loyiha bajariladi: «Kitob buyurtmalari tizimi».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qo‘shimcha funksiyalar ro‘yxat amallarini turli vaziyatlarda qo‘llashni mashq qildiradi.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yakunida talabalar hisobot tayyorlaydilar.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Uyga vazifa: ikki bog‘lamli ro‘yxat sinfini yozish.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qism uchun alohida ball ajratiladi, umumiy ball esa fanning baholash mezoniga muvofiq joriy nazorat balliga qo‘shiladi.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Havolalarni o‘zgartirishdan oldin nima uchun sxema chizish tavsiya etiladi?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Qiymat bo‘yicha o‘chirishda bosh va oxirgi tugunlar nima uchun alohida ko‘rib chiqiladi?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Ro‘yxat o‘rta elementini bir o‘tishda topish usulini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Floyd algoritmi sikl borligini qanday aniqlaydi?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list.pop(0) deque.popleft() ga qaraganda sekin ishlaydi?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