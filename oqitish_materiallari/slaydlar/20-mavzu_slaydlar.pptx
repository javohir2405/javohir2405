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20-MAVZU. Xesh jadvallarni dasturlash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Amaliy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Mashg‘ulot maqsadi va xesh funksiyalarni tajribada sinash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Xesh jadvalni zanjirlash usulida dasturlash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Ochiq adreslash va to‘qnashuvlarni tahlil qilish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Yakuniy loyiha: Kutubxona axborot tizimi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Mashg‘ulot maqsadi va xesh funksiyalarni tajribada sinash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ikki qismdan iborat.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oldingi mavzuni takrorlashdan boshlanadi.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Birinchi topshiriq — xesh funksiyalar sifatini taqqoslash.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Mashg‘ulot maqsadi va xesh funksiyalarni tajribada sinash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import random, string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yigindi_xesh(s, m):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return sum(ord(c) for c in s) % 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polinomial_xesh(s, m):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h = 0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for c in s: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h = (h * 31 + ord(c)) % 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return h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birinchi_harf_xesh(s, m):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return ord(s[0]) % 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random.seed(7)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nomlar = ["".join(random.choices(string.ascii_lowercase, k=random.randint(5, 12)))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Xesh jadvalni zanjirlash usulida dasturlash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Ikkinchi bosqichda talabalar zanjirlash usulidagi xesh jadvalni o‘zlari yozadilar.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Qayta xeshlash soni logarifmik, ya’ni 100 ta element uchun besh marta bajarilgan.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Tasodifiy qo‘shish, yangilash va o‘chirish ketma-ketligi ham xesh jadvalda, ham Python lug‘atida bajariladi.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Xesh jadvalni zanjirlash usulida dasturlash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Xesh: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__init__(self, m=8):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self.m = 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self.chelak = [[] for _ in range(m)]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self.soni = 0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self.qayta_xeshlash_soni = 0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yuklanish(self):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 self.soni / self.m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_ind(self, kalit):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 hash(kalit) % self.m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_kengaytir(self):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eski = self.chelak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self.m *=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Ochiq adreslash va to‘qnashuvlarni tahlil qilish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bosqichda talabalar ochiq adreslash usulini chiziqli probalash bilan dasturlaydilar.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O‘lchami 1009 bo‘lgan jadvalga tasodifiy kalitlar birin-ketin qo‘shiladi.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Keyin chiziqli, kvadratik probalash va ikki marta xeshlashni taqqoslash o‘tkaziladi.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Ochiq adreslash va to‘qnashuvlarni tahlil qilish (davomi)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Mashg‘ulotning bu qismida o‘chirishning nozik tomonlari ham sinaladi.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Hajm uzluksiz emas, sakrashlar bilan o‘sadi, bu qayta xeshlashni anglatadi.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Mashg‘ulotning shu qismida talabalar xesh jadvalning real hayotdagi samaradorligini ko‘rsatadigan yana bir tajriba o‘tkazadilar.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4. Yakuniy loyiha: Kutubxona axborot tizimi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Mashg‘ulotning asosiy qismi — butun kurs bilimlarini birlashtiruvchi yakuniy loyiha.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Tuzilmalar tanlovi quyidagicha tavsiya etiladi.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Fan yakunlangach, talabalar o‘z o‘quv yutuqlarini baholash uchun portfolio tayyorlashlari mumkin.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Bu fikrlar fanni keyingi yillarda takomillashtirishda inobatga olinadi.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Bu baholash bir necha daqiqa oladi, lekin dastur katta ma’lumotlarda sekin ishlab qolishining oldini oladi.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Nima uchun birinchi harfga asoslangan xesh funksiya yomon hisoblanadi?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Qayta xeshlash qachon bajariladi va u nima uchun amortizatsiyalangan O(1) ni saqlaydi?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Ochiq adreslashda o‘chirishda «qabr toshi» nima uchun kerak?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Kutubxona axborot tizimida ISBN bo‘yicha qidirish uchun qaysi tuzilma mos va nima uchun?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Yakuniy loyihada qaysi imkoniyat uchun qaysi tuzilma tanlandi va nega?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