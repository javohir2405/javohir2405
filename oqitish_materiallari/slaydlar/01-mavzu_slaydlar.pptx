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1-MAVZU. Ma’lumotlar tuzilmasi va algoritm tushunchasi. Algoritmlarning murakkabligi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Nazariy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Ma’lumot, ma’lumotlar tuzilmasi va ma’lumotlar turi tushunchalari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Algoritm tushunchasi, xossalari va ifodalash usullari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Algoritmlarning murakkabligi va O-notatsiya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Ma’lumotlar tuzilmalarining tasnifi va kutubxona axborot tizimlaridagi o‘rni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Ma’lumot, ma’lumotlar tuzilmasi va ma’lumotlar turi tushunchalari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Ma’lumot axborotni kompyuterda saqlash va qayta ishlash uchun qulay shaklda ifodalashdir.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Ma’lumotlar turi qiymatlar to‘plami va ular ustida bajariladigan amallarni belgilaydi.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Murakkab ma’lumotlar turlari bir nechta qiymatni birlashtiradi.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Ma’lumotlar tuzilmasi ma’lumotlarni xotirada tashkil etish va ular ustida amal bajarish usulidir.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Mantiqiy daraja tuzilma foydalanuvchiga qanday ko‘rinishini, ya’ni qanday amallar mavjudligini bildiradi.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Ma’lumot, ma’lumotlar tuzilmasi va ma’lumotlar turi tushunchalari (davomi)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Mavhum ma’lumotlar turi tushunchasi ham muhimdir.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Ma’lumotlar tuzilmasini tanlashda uchta savolga javob berish kerak.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Dastur ikki tarkibiy qismdan tashkil topadi: ma’lumotlar va ularni qayta ishlovchi algoritmlar.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Ma’lumotlar tuzilmasining tarixi dasturlash fanining rivoji bilan bog‘liq.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Axborot hajmining tez o‘sishi tuzilmalarni to‘g‘ri tanlash ahamiyatini yanada oshirmoqda.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Algoritm tushunchasi, xossalari va ifodalash usullari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Algoritm masalani yechish uchun bajariladigan chekli sondagi aniq ko‘rsatmalar ketma-ketligidir.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Algoritmning bir nechta asosiy xossalari mavjud.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Algoritmning qo‘shimcha xossalari ham keltiriladi.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Algoritmni ifodalashning to‘rtta asosiy usuli bor.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Blok-sxema algoritmni geometrik shakllar yordamida tasvirlaydi.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Algoritm tushunchasi, xossalari va ifodalash usullari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def evkid(a, b):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while b != 0: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a, b = b, a % b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return a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print(evkid(48, 18))   #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Algoritmlarning murakkabligi va O-notatsiya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 masalani bir nechta algoritm bilan yechish mumkin.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Algoritmning real vaqtini sekundlarda o‘lchash kompyuter tezligiga, dasturlash tiliga va boshqa omillarga bog‘liq.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Katta O-notatsiya algoritm o‘sish tezligining yuqori chegarasini beradi.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Eng ko‘p uchraydigan murakkablik sinflari quyidagilardir.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Bu sinflar farqini katta n qiymatida aniq ko‘rish mumkin.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Algoritmlarning murakkabligi va O-notatsiya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def juftliklar_soni(royxat):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n = len(royxat)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soni = 0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for i in range(n):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for j in range(i + 1, n):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    if royxat[i] == royxat[j]: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        soni += 1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return soni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print(juftliklar_soni([1, 2, 1, 3, 2, 1]))   #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Ma’lumotlar tuzilmalarining tasnifi va kutubxona axborot tizimlaridagi o‘rni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Ma’lumotlar tuzilmalari bir necha belgi bo‘yicha tasniflanadi.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Ikkinchi belgi bo‘yicha tuzilmalar statik va dinamik turlarga ajratiladi.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Xulosa qilib aytganda, ma’lumotlar tuzilmalari va algoritmlarni bilish kutubxona sohasi mutaxassisi uchun ham muhimdir.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Kelgusi o‘quv yillarida kutubxonalar to‘liq raqamlashtirilishi ortib bormoqda.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Shu uch savolga javob bera olgan talaba tuzilmani chuqur tushungan hisoblanadi.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Ma’lumotlar tuzilmasi nima va u ma’lumotlar turidan nimasi bilan farq qiladi?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Algoritmning asosiy xossalarini sanab bering.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Evklid algoritmi qanday ishlaydi va uning cheklilik xossasi qanday ta’minlanadi?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O(1), O(log n), O(n) va O(n²) murakkablik sinflarini misollar bilan tushuntiring.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Kutubxona axborot tizimida qaysi ma’lumotlar tuzilmalari qo‘llanishi mumkin?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