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46120"/>
            <a:ext cx="2011680" cy="91440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C9D6E8"/>
                </a:solidFill>
                <a:latin typeface="Calibri"/>
              </a:rPr>
              <a:t>Ma’lumotlar tuzilmasi va algoritmlar fani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192024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1-MAVZU. Ma’lumotlar tuzilmasi va algoritm tushunchasi. Algoritmlarning murakkabligi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3C17A"/>
                </a:solidFill>
                <a:latin typeface="Calibri"/>
              </a:rPr>
              <a:t>Nazariy mashg‘ulot · 2 soat (80 daqiqa)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C9D6E8"/>
                </a:solidFill>
                <a:latin typeface="Calibri"/>
              </a:rPr>
              <a:t>Yo‘nalish: 50320203 – Kutubxonashunoslik va bibliografiya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Mavzu rejasi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2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1. Ma’lumot, ma’lumotlar tuzilmasi va ma’lumotlar turi tushunchalari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2. Algoritm tushunchasi, xossalari va ifodalash usullari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3. Algoritmlarning murakkabligi va O-notatsiya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4. Ma’lumotlar tuzilmalarining tasnifi va kutubxona axborot tizimlaridagi o‘rni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1. Ma’lumot, ma’lumotlar tuzilmasi va ma’lumotlar turi tushunchalari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3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Ma’lumot axborotni kompyuterda saqlash va qayta ishlash uchun qulay shaklda ifodalashdir.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Ma’lumotlar turi qiymatlar to‘plami va ular ustida bajariladigan amallarni belgilaydi.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Murakkab ma’lumotlar turlari bir nechta qiymatni birlashtiradi.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Ma’lumotlar tuzilmasi ma’lumotlarni xotirada tashkil etish va ular ustida amal bajarish usulidir.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Mantiqiy daraja tuzilma foydalanuvchiga qanday ko‘rinishini, ya’ni qanday amallar mavjudligini bildiradi.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1. Ma’lumot, ma’lumotlar tuzilmasi va ma’lumotlar turi tushunchalari (davomi)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4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Mavhum ma’lumotlar turi tushunchasi ham muhimdir.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Ma’lumotlar tuzilmasini tanlashda uchta savolga javob berish kerak.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Dastur ikki tarkibiy qismdan tashkil topadi: ma’lumotlar va ularni qayta ishlovchi algoritmlar.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Ma’lumotlar tuzilmasining tarixi dasturlash fanining rivoji bilan bog‘liq.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Axborot hajmining tez o‘sishi tuzilmalarni to‘g‘ri tanlash ahamiyatini yanada oshirmoqda.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2. Algoritm tushunchasi, xossalari va ifodalash usullari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5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Algoritm masalani yechish uchun bajariladigan chekli sondagi aniq ko‘rsatmalar ketma-ketligidir.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Algoritmning bir nechta asosiy xossalari mavjud.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Algoritmning qo‘shimcha xossalari ham keltiriladi.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Algoritmni ifodalashning to‘rtta asosiy usuli bor.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Blok-sxema algoritmni geometrik shakllar yordamida tasvirlaydi.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2. Algoritm tushunchasi, xossalari va ifodalash usullari — namuna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6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solidFill>
            <a:srgbClr val="F1F4F8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tIns="137160"/>
          <a:lstStyle/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def evkid(a, b):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   while b != 0: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       a, b = b, a % b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   return a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print(evkid(48, 18))   #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3. Algoritmlarning murakkabligi va O-notatsiya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7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Bir masalani bir nechta algoritm bilan yechish mumkin.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Algoritmning real vaqtini sekundlarda o‘lchash kompyuter tezligiga, dasturlash tiliga va boshqa omillarga bog‘liq.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Katta O-notatsiya algoritm o‘sish tezligining yuqori chegarasini beradi.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Eng ko‘p uchraydigan murakkablik sinflari quyidagilardir.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Bu sinflar farqini katta n qiymatida aniq ko‘rish mumkin.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3. Algoritmlarning murakkabligi va O-notatsiya — namuna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8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solidFill>
            <a:srgbClr val="F1F4F8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tIns="137160"/>
          <a:lstStyle/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def juftliklar_soni(royxat):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   n = len(royxat)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   soni = 0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   for i in range(n):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       for j in range(i + 1, n):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           if royxat[i] == royxat[j]: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               soni += 1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   return soni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print(juftliklar_soni([1, 2, 1, 3, 2, 1]))   # 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4. Ma’lumotlar tuzilmalarining tasnifi va kutubxona axborot tizimlaridagi o‘rni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9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Ma’lumotlar tuzilmalari bir necha belgi bo‘yicha tasniflanadi.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Ikkinchi belgi bo‘yicha tuzilmalar statik va dinamik turlarga ajratiladi.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Xulosa qilib aytganda, ma’lumotlar tuzilmalari va algoritmlarni bilish kutubxona sohasi mutaxassisi uchun ham muhimdir.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Kelgusi o‘quv yillarida kutubxonalar to‘liq raqamlashtirilishi ortib bormoqda.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Shu uch savolga javob bera olgan talaba tuzilmani chuqur tushungan hisoblanadi.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Xulosa va nazorat savollari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10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Ma’lumotlar tuzilmasi nima va u ma’lumotlar turidan nimasi bilan farq qiladi?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Algoritmning asosiy xossalarini sanab bering.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Evklid algoritmi qanday ishlaydi va uning cheklilik xossasi qanday ta’minlanadi?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O(1), O(log n), O(n) va O(n²) murakkablik sinflarini misollar bilan tushuntiring.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Kutubxona axborot tizimida qaysi ma’lumotlar tuzilmalari qo‘llanishi mumkin?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