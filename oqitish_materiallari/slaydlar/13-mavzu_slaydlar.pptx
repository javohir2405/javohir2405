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2011680" cy="91440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9D6E8"/>
                </a:solidFill>
                <a:latin typeface="Calibri"/>
              </a:rPr>
              <a:t>Ma’lumotlar tuzilmasi va algoritmlar fani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9202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13-MAVZU. Rekursiya va rekursiv algoritmlar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3C17A"/>
                </a:solidFill>
                <a:latin typeface="Calibri"/>
              </a:rPr>
              <a:t>Nazariy mashg‘ulot · 2 soat (80 daqiqa)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D6E8"/>
                </a:solidFill>
                <a:latin typeface="Calibri"/>
              </a:rPr>
              <a:t>Yo‘nalish: 50320203 – Kutubxonashunoslik va bibliografiya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Mavzu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1. Rekursiya tushunchasi, asosiy holat va rekursiv holat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2. Rekursiv funksiyalarning klassik misollari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3. Rekursiya va chaqiruvlar steki, murakkablik, rekursiyadan voz kechish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E08E2B"/>
                </a:solidFill>
                <a:latin typeface="Calibri"/>
              </a:rPr>
              <a:t>■  </a:t>
            </a:r>
            <a:r>
              <a:rPr sz="2600">
                <a:solidFill>
                  <a:srgbClr val="222B38"/>
                </a:solidFill>
                <a:latin typeface="Calibri"/>
              </a:rPr>
              <a:t>4. Rekursiv strategiyalar va ularning kutubxona ishida qo‘llanishi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Rekursiya tushunchasi, asosiy holat va rekursiv holat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Rekursiya funksiyaning o‘zini o‘zi chaqirishi orqali masalani yechish usulidir.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Kundalik hayotda rekursiyaga o‘xshash hodisalar ko‘p.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Har bir to‘g‘ri rekursiv funksiya ikki qismdan iborat.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Klassik misol — natural sonning faktoriali. n! = n * (n - 1)! munosabati rekursiv ta’rifni beradi.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Rekursiya tushunchasi, asosiy holat va rekursiv holat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def faktorial(n):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if n &lt;= 1:                 # asosiy holat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return 1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return n * faktorial(n - 1)   # rekursiv holat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print(faktorial(5))    # 120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print(faktorial(0))    #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Rekursiv funksiyalarning klassik misollari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Rekursiyaning bir nechta klassik misolini ko‘rib chiqamiz.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Bu oddiy yechim yaxshi o‘qiladi, ammo juda samarasiz.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Oddiy usul a ni n marta ko‘paytiradi va O(n) vaqt oladi.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Uchinchi misol — Evklid algoritmining rekursiv shakli.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2. Rekursiv funksiyalarning klassik misollari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def fib(n):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if n &lt; 2: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    return n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   return fib(n - 1) + fib(n - 2)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800">
                <a:solidFill>
                  <a:srgbClr val="222B38"/>
                </a:solidFill>
                <a:latin typeface="Courier New"/>
              </a:rPr>
              <a:t>print([fib(i) for i in range(10)])   # [0, 1, 1, 2, 3, 5, 8, 13, 21, 34]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Rekursiya va chaqiruvlar steki, murakkablik, rekursiyadan voz kechish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Har bir funksiya chaqirilganda kompyuter xotirasida maxsus joy, ya’ni chaqiruv freymi ajratiladi.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Agar rekursiya juda chuqurlashsa, stek to‘lib ketadi va dastur xatolik bilan to‘xtaydi.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Rekursiv algoritmlarning murakkabligi rekurrent munosabatlar yordamida baholanadi.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Fibonachchining samarasiz rekursiv yechimini yaxshilashning birinchi usuli — memoizatsiya, ya’ni eslab qolish.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Rekursiya va chaqiruvlar steki, murakkablik, rekursiyadan voz kechish — namuna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solidFill>
            <a:srgbClr val="F1F4F8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tIns="137160"/>
          <a:lstStyle/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from functools import lru_cache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@lru_cache(maxsize=None)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fib_tez(n):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if n &lt; 2: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return n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return fib_tez(n - 1) + fib_tez(n - 2)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print(fib_tez(80))      # 23416728348467685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def fib_sikl(n):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a, b = 0, 1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for _ in range(n):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    a, b = b, a + b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   return a</a:t>
            </a:r>
          </a:p>
          <a:p>
            <a:pPr algn="l"/>
            <a:r>
              <a:rPr sz="1400">
                <a:solidFill>
                  <a:srgbClr val="222B38"/>
                </a:solidFill>
                <a:latin typeface="Courier New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Rekursiv strategiyalar va ularning kutubxona ishida qo‘llanishi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«Bo‘lib tashla va hukmronlik qil» strategiyasi rekursiyaning eng muhim qo‘llanishidir.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Daraxtsimon tuzilmalarni qayta ishlash rekursiyaning tabiiy sohasi.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Rekursiya dasturlash tillarida, ayniqsa funksional tillarda asosiy takrorlash vositasi hisoblanadi.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Mavzu bo‘yicha xulosa shundan iboratki, rekursiya murakkab masalalarni soddalashtirish vositasidir.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E08E2B"/>
                </a:solidFill>
                <a:latin typeface="Calibri"/>
              </a:rPr>
              <a:t>■  </a:t>
            </a:r>
            <a:r>
              <a:rPr sz="2400">
                <a:solidFill>
                  <a:srgbClr val="222B38"/>
                </a:solidFill>
                <a:latin typeface="Calibri"/>
              </a:rPr>
              <a:t>Rekursiv algoritmlarni sinash va tuzatishda chaqiruvlar daraxtini chizish eng ishonchli usullardan biri.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64008"/>
          </a:xfrm>
          <a:prstGeom prst="rect">
            <a:avLst/>
          </a:prstGeom>
          <a:solidFill>
            <a:srgbClr val="E0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471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 va nazorat savollari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B6778"/>
                </a:solidFill>
                <a:latin typeface="Calibr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Rekursiv funksiyaning asosiy va rekursiv holati nima?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Nima uchun Fibonachchining oddiy rekursiv yechimi samarasiz va uni qanday yaxshilash mumkin?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Hanoy minorasi uchun yurishlar soni qanday formula bilan topiladi?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Rekursiya chuqurligi cheklangani nima bilan bog‘liq?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E08E2B"/>
                </a:solidFill>
                <a:latin typeface="Calibri"/>
              </a:rPr>
              <a:t>■  </a:t>
            </a:r>
            <a:r>
              <a:rPr sz="2200">
                <a:solidFill>
                  <a:srgbClr val="222B38"/>
                </a:solidFill>
                <a:latin typeface="Calibri"/>
              </a:rPr>
              <a:t>«Bo‘lib tashla va hukmronlik qil» strategiyasining uchta qadamini sanang.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