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9-MAVZU. Bog‘langan ro‘yxatlar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Bog‘langan ro‘yxat tushunchasi va uning tuguni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Bir bog‘lamli ro‘yxat amallari va ularning murakkabligi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Ikki bog‘lamli va halqali ro‘yxatlar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Massiv va bog‘langan ro‘yxatni taqqoslash, qo‘llanilish sohalari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Bog‘langan ro‘yxat tushunchasi va uning tuguni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Bog‘langan ro‘yxat chiziqli ma’lumotlar tuzilmasi bo‘lib, uning elementlari xotirada ketma-ket joylashishi shart emas.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 bilan bog‘langan ro‘yxat o‘rtasidagi asosiy farq xotirada joylashuv usulidadir.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 — javondagi ketma-ket terilgan kitoblarga o‘xshaydi: uchinchi kitobni olish uchun uchinchi o‘ringa qaraymiz.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Ro‘yxatning oxirgi tuguni hech qaysi tugunga ishora qilmaydi, uning havolasi maxsus bo‘sh qiymatga teng bo‘ladi.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Python tilida tugun sinf ko‘rinishida beriladi.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Bog‘langan ro‘yxat tushunchasi va uning tuguni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class Tugun: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def __init__(self, qiymat):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self.qiymat = qiymat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self.keyingi = None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bosh = Tugun("Xamsa")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bosh.keyingi = Tugun("O'tkan kunlar")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bosh.keyingi.keyingi = Tugun("Kecha va kunduz")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joriy = bosh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while joriy is not None: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print(joriy.qiymat)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joriy = joriy.keyingi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Bir bog‘lamli ro‘yxat amallari va ularning murakkabligi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 bog‘lamli ro‘yxatda har bir tugun faqat keyingi tugunga havola saqlaydi.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Aylanib chiqish amali bosh tugundan boshlanadi va har bir qadamda keyingi tugunga o‘tadi, bo‘sh qiymatga yetgunicha davom etadi.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Yangi tugun yaratiladi, uning keyingi havolasi hozirgi bosh tugunga o‘rnatiladi, keyin bosh ko‘rsatkich yangi tugunga o‘tkaziladi.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Oxiriga element qo‘shish uchun oxirgi tugunni topish kerak, buning uchun butun ro‘yxatni aylanib chiqishga to‘g‘ri keladi va bu O(n) vaqt oladi.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Bir bog‘lamli ro‘yxat amallari va ularning murakkabligi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Royxat: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self.oxir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self.uzunlik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boshiga(self,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 = Tugun(qiymat)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t.keyingi = self.bosh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self.oxir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self.oxir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self.uzunlik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oxiriga(self,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 = Tugun(qiymat)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 bog‘lamli va halqali ro‘yxatlar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 bog‘lamli ro‘yxatda har bir tugun ikkita havola saqlaydi: biri keyingi tugunga, ikkinchisi oldingi tugunga.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 bog‘lamli ro‘yxatning eng muhim afzalligi — tugunni o‘chirish soddaligi.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Tugunni qo‘shishda esa to‘rtta havola o‘zgartiriladi, bir bog‘lamli ro‘yxatda esa ikkitasi.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 bog‘lamli va halqali ro‘yxatlar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IkkiTugun: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 = qiymat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self.oldingi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self.keyingi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IkkiRoyxat: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self.oxir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oxiriga(self,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 = IkkiTugun(qiymat)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self.oxir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self.bosh = self.oxir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else: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t.oldingi = self.oxir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Massiv va bog‘langan ro‘yxatni taqqoslash, qo‘llanilish sohalari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Indeks bo‘yicha murojaat massivda O(1), ro‘yxatda O(n).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taqqoslashdan amaliy qoidalar kelib chiqadi.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Dasturchi uchun xotira va tezlik o‘rtasidagi muvozanatni topish muhim ko‘nikmadir.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Keyingi mavzularda ko‘riladigan stek va navbat tuzilmalari bog‘langan ro‘yxat g‘oyasidan to‘g‘ridan-to‘g‘ri foydalanadi.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Bog‘langan ro‘yxat mavzusini o‘rganish talabaga havola va ko‘rsatkich tushunchalarini chuqur anglash imkonini beradi.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Tugun nima va bog‘langan ro‘yxat massivdan nima bilan farq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Bir bog‘lamli ro‘yxatning boshiga va oxiriga element qo‘shishning murakkabligi qanday?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Ikki bog‘lamli ro‘yxatning bir bog‘lamli ro‘yxatdan afzalligi nimada?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Halqali ro‘yxatda siklni aniqlash uchun Floyd algoritmi qanday ishlaydi?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Qanday hollarda massiv, qanday hollarda bog‘langan ro‘yxat tanlanadi?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