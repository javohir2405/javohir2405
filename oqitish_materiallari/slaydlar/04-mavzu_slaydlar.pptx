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4-MAVZU. Massivlar va satrlar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Massiv amallarini bajarishga tayyorgarlik va topshiriq shartlari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Bir o‘lchamli massivlar ustida masalalar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Ikki o‘lchamli massivlar (matritsa) bilan bog‘liq masalalar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Satrlar bilan ishlash va kutubxona ma’lumotlarini qayta ishlash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Massiv amallarini bajarishga tayyorgarlik va topshiriq shartlari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amaliy mashg‘ulot oldingi nazariy darsda o‘rganilgan massivlar va satrlar mavzusini mustahkamlashga bag‘ishlangan.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boshlanishida o‘qituvchi savol-javob orqali oldingi bilimlarni eslatadi.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Har bir talaba kompyuterda alohida fayl ochadi va unga topshiriqlar yechimini ketma-ket yozadi.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uchun umumiy ma’lumotlar to‘plami tayyorlanadi.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Massiv amallarini bajarishga tayyorgarlik va topshiriq shartlari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narxlar = [45000, 62000, 38000, 91000, 27000, 54000, 73000, 31000, 66000, 49000]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yillar  = [2015, 2019, 2008, 2021, 1999, 2017, 2020, 2012, 2018, 2022]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nusxa   = [3, 1, 4, 2, 5, 2, 1, 3, 2, 4]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print(len(narxlar), "ta kitob")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Bir o‘lchamli massivlar ustida masalalar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masala: eng qimmat va eng arzon kitobni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masala: o‘rtacha narxni hisoblash va o‘rtachadan qimmat kitoblar sonini aniqlash.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masala: massivni teskari tartibda joylashtirish.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masala: massivdan takrorlanuvchi elementlarni olib tashlash.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Bir o‘lchamli massivlar ustida masalalar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eng_qimmat(narxlar):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ind = 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for i in range(1, len(narxlar)):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if narxlar[i] &gt; narxlar[ind]: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    ind = i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ind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i = eng_qimmat(narxlar)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print("Eng qimmat kitob:", narxlar[i], "so'm,", yillar[i], "yil")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Ikki o‘lchamli massivlar (matritsa) bilan bog‘liq masalalar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 o‘lchamli massivlar bilan ishlashni boshlashdan oldin kutubxona misoli beriladi.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masala: har bir bo‘lim bo‘yicha jami berilgan kitoblar sonini topish, ya’ni qatorlar yig‘indisi.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masala: matritsadagi eng katta element va uning o‘rnini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masala: matritsani transponirlash.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Beshinchi masala: kvadrat matritsaning bosh diagonali elementlari yig‘indisini topish.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Ikki o‘lchamli massivlar (matritsa) bilan bog‘liq masalalar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statistika = [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[40, 55, 48, 62],   # badiiy adabiyot bo'limi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[25, 30, 28, 35],   # ilmiy adabiyot bo'limi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[15, 12, 20, 18],   # bolalar bo'limi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n = len(statistika)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m = len(statistika[0])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print(n, "qator,", m, "ustun")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Satrlar bilan ishlash va kutubxona ma’lumotlarini qayta ishlash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to‘rtinchi qismida satrlar bilan ishlash mashq qilinadi.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topshiriq: kitob nomlaridagi so‘zlar sonini va eng uzun so‘zni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natijalarini baholashda talabaning mustaqilligi, vaqtni to‘g‘ri taqsimlashi va guruhdagi ishtiroki ham inobatga olinadi.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Shuningdek, mashg‘ulotda texnik xavfsizlik va ma’lumotlarni saqlash masalalariga ham to‘xtalinadi.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Yakuniy xulosa sifatida shuni aytish mumkinki, bugungi mashg‘ulotda olingan ko‘nikmalar keyingi barcha mavzularda qo‘llaniladi…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Massiv eng katta elementini topish algoritmining murakkabligi qancha va nima uchun?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Massivni joyida teskari aylantirish qanday amalga oshiriladi?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Matritsa qatorlari va ustunlari yig‘indisi qanday hisoblanadi?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ISBN-13 nazorat raqami qanday hisoblanadi?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Anagrammani aniqlashning ikki usulini va ularning murakkabligini ayting.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