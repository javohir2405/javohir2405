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1-MAVZU. Ma’lumotlar tuzilmasi va algoritm tushunchasi. Algoritmlarning murakkabligi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Ma’lumot, ma’lumotlar tuzilmasi va ma’lumotlar turi tushunchalari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Algoritm tushunchasi, xossalari va ifodalash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Algoritmlarning murakkabligi va O-notatsiya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Ma’lumotlar tuzilmalarining tasnifi va kutubxona axborot tizimlaridagi o‘rni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Ma’lumot, ma’lumotlar tuzilmasi va ma’lumotlar turi tushunchalari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 axborotni kompyuterda saqlash va qayta ishlash uchun qulay shaklda ifodalashdir.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turi qiymatlar to‘plami va ular ustida bajariladigan amallarni belgilaydi.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Murakkab ma’lumotlar turlari bir nechta qiymatni birlashtiradi.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 ma’lumotlarni xotirada tashkil etish va ular ustida amal bajarish usulidir.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Mantiqiy daraja tuzilma foydalanuvchiga qanday ko‘rinishini, ya’ni qanday amallar mavjudligini bildiradi.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Ma’lumot, ma’lumotlar tuzilmasi va ma’lumotlar turi tushunchalari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Mavhum ma’lumotlar turi tushunchasi ham muhimdir.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tuzilmasini tanlashda uchta savolga javob berish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ikki tarkibiy qismdan tashkil topadi: ma’lumotlar va ularni qayta ishlovchi algoritmlar.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tuzilmasining tarixi dasturlash fanining rivoji bilan bog‘liq.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Axborot hajmining tez o‘sishi tuzilmalarni to‘g‘ri tanlash ahamiyatini yanada oshirmoqda.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Algoritm tushunchasi, xossalari va ifodalash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masalani yechish uchun bajariladigan chekli sondagi aniq ko‘rsatmalar ketma-ketligidir.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bir nechta asosiy xossalari mavjud.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qo‘shimcha xossalari ham keltiriladi.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 ifodalashning to‘rtta asosiy usuli bor.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Blok-sxema algoritmni geometrik shakllar yordamida tasvirlaydi.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Algoritm tushunchasi, xossalari va ifodalash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evkid(a, b):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while b !=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a, b = b, a % 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print(evkid(48, 18))   #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Algoritmlarning murakkabligi va O-notatsiya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masalani bir nechta algoritm bilan yechish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Algoritmning real vaqtini sekundlarda o‘lchash kompyuter tezligiga, dasturlash tiliga va boshqa omillarga bog‘liq.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Katta O-notatsiya algoritm o‘sish tezligining yuqori chegarasini beradi.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Eng ko‘p uchraydigan murakkablik sinflari quyidagilardir.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sinflar farqini katta n qiymatida aniq ko‘rish mumkin.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Algoritmlarning murakkabligi va O-notatsiya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juftliklar_soni(royxat):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n = len(royxat)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soni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for j in range(i + 1, 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if royxat[i] == royxat[j]: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    soni +=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soni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print(juftliklar_soni([1, 2, 1, 3, 2, 1]))   #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Ma’lumotlar tuzilmalarining tasnifi va kutubxona axborot tizimlaridagi o‘rni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tuzilmalari bir necha belgi bo‘yicha tasniflanadi.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belgi bo‘yicha tuzilmalar statik va dinamik turlarga ajratiladi.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Xulosa qilib aytganda, ma’lumotlar tuzilmalari va algoritmlarni bilish kutubxona sohasi mutaxassisi uchun ham muhimdir.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Kelgusi o‘quv yillarida kutubxonalar to‘liq raqamlashtirilishi ortib bormoqda.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 uch savolga javob bera olgan talaba tuzilmani chuqur tushungan hisoblanadi.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Ma’lumotlar tuzilmasi nima va u ma’lumotlar turidan nimasi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Algoritmning asosiy xossalarini sanab bering.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Evklid algoritmi qanday ishlaydi va uning cheklilik xossasi qanday ta’minlanadi?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O(1), O(log n), O(n) va O(n²) murakkablik sinflarini misollar bilan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axborot tizimida qaysi ma’lumotlar tuzilmalari qo‘llanishi 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2-MAVZU. Algoritmlarni ifodalash va murakkablikni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Amaliy ish uchun nazariy asos va dasturlash muhitini tayyorlash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Blok-sxema va psevdokod bo‘yicha masalalar yechish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Algoritmlarni Python tilida yozish va vaqtini o‘lchash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Murakkablikni baholash bo‘yicha mustaqil topshiriqlar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Amaliy ish uchun nazariy asos va dasturlash muhitini tayyorlash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Amaliy mashg‘ulotning maqsadi birinchi mavzuda o‘rganilgan nazariy bilimlarni aniq masalalarda qo‘llashdir.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Ish boshlanishidan oldin dasturlash muhiti tayyorlanadi.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muhitida ishlash qoidalari ham eslatiladi.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Kerakli nazariy ma’lumotlar qisqacha takrorlanadi.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Amaliy ish uchun nazariy asos va dasturlash muhitini tayyorlash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print("Salom, algoritmlar olami!")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x = 7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y = 5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print("Yig'indi:", x + 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Blok-sxema va psevdokod bo‘yicha masalalar yechish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uchta sondan eng kattasini topish algoritmini tuzish.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Boshlash. a, b, c qiymatlarini kiritish. maks = 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kutubxona jarimasini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birinchi n ta natural sonning yig‘indisini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algoritmni «qo‘lda bajarish», ya’ni trassirovka qilish.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Blok-sxema va psevdokod bo‘yicha masalalar yechish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jarima(kun, stavka):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kun &lt;=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kun * stavka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print(jarima(0, 500))    #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print(jarima(6, 500))    # 3000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 Python tilida yozish va vaqtini o‘lchash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psevdokod ko‘rinishida tayyor bo‘lgach, uni dasturga o‘tkazish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yozilgach, uni turli kirish ma’lumotlarida sinash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Endi tub sonni aniqlash algoritmining ikki variantini yozamiz.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 ishga tushirilgach, talabalar ikkala funksiya bir xil natija berishini, lekin ikkinchisi yuzlab marta tezroq ishlashini ko‘radilar.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marta o‘lchash natijasi tasodifiy omillarga bog‘liq bo‘lishi mumkin: fon jarayonlari, kompyuter yuklamasi va boshqalar.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Algoritmlarni Python tilida yozish va vaqtini o‘lchash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eng_katta(a, b, c):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maks =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b &gt; maks: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maks = 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c &gt; maks: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maks = c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maks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print(eng_katta(4, 11, 7))   # 11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print(eng_katta(9, 3, 9))    # 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Murakkablikni baholash bo‘yicha mustaqil topshiriqlar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qismida talabalar mustaqil topshiriqlarni bajaradilar.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Kutubxonada n ta kitob nomi ro‘yxatda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Talabalarning mustaqil ishi baholanayotganda to‘g‘rilik, kodning tushunarliligi, sinovlar to‘liqligi…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davomida shuningdek algoritmni umumlashtirish g‘oyasi ham qo‘llaniladi.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tilining standart max va min funksiyalari ham shu algoritmga asoslangan.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Uchta sondan eng kattasini topish algoritmining blok-sxemasini chizing.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Trassirovka nima va u qanday xatolarni topishga yordam beradi?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tub sonni tekshirishda ildizgacha bo‘lgan sonlarni tekshirish yetarli?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time modulidan foydalanib funksiya bajarilish vaqti qanday o‘lchanadi?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 ichma-ich siklli kod bo‘lagining murakkabligi qanday aniqlanadi?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3-MAVZU. Massivlar va satrlar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Massiv tushunchasi va uning xotirada joylashuvi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Massiv ustida asosiy amallar va ularning murakkabligi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Ko‘p o‘lchamli massivlar va Python ro‘yxatlari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Satrlar va ular bilan ishlash algoritmlari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Massiv tushunchasi va uning xotirada joylashuvi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bir xil turdagi elementlarning tartiblangan to‘plamidir.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Massivning asosiy xususiyati uning elementlari kompyuter xotirasida ketma-ket, bir-biriga yopishgan holda joylashishidir.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xususiyat tasodifiy murojaat deb ataladi va murakkabligi O(1) 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Klassik massivning o‘lchami e’lon qilinganda belgilanadi va keyin o‘zgarmaydi.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Uning o‘lchami zarur bo‘lganda avtomatik kattalashadi.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tushunchasi va uning xotirada joylashuvi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bosh = []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sonlar = [5, 3, 8, 1]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nollar = [0] * 6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kvadratlar = [i * i for i in range(1, 8)]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print(sonlar[0], sonlar[-1])   # 5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print(nollar, kvadratlar)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Massiv ustida asosiy amallar va ularning murakkabligi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ustida bajariladigan asosiy amallar beshta: elementga murojaat, o‘zgartirish, qidirish, qo‘shish va o‘chirish.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Elementga murojaat va uni o‘zgartirish indeks bo‘yicha amalga oshiriladi va O(1)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amali massivda berilgan qiymatni topishdir.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oxiriga element qo‘shish dinamik massivda o‘rtacha O(1)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Oxirgi elementni o‘chirish O(1) vaqt oladi, pop metodi shuni bajaradi.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Massiv ustida asosiy amallar va ularning murakkabligi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 = [10, 20, 40, 50]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a.insert(2, 30)      # o'rtaga qo'shish, O(n)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a.append(60)         # oxiriga qo'shish, O(1)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a.pop()              # oxirgisini o'chirish, O(1)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a.remove(10)         # qiymat bo'yicha o'chirish, O(n)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print(a)             # [20, 30, 40, 50]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Ko‘p o‘lchamli massivlar va Python ro‘yxatlari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Ko‘p o‘lchamli massiv elementlari bir nechta indeks bilan aniqlanadigan massivdir.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o‘lchamli massiv kutubxona ishida ko‘p uchraydi.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ikki o‘lchamli massiv ro‘yxatlar ro‘yxati sifatida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Matritsani qayta ishlash uchun ichma-ich sikllar ishlatiladi.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Matritsani transponirlash qator va ustunlarni almashtirishdir.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Ko‘p o‘lchamli massivlar va Python ro‘yxatlari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# Noto'g'ri: barcha qatorlar bitta ro'yxat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x = [[0] * 3] * 3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x[0][0] 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print(x)        # [[1, 0, 0], [1, 0, 0], [1, 0, 0]]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# To'g'ri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y = [[0] * 3 for _ in range(3)]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y[0][0] 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print(y)        # [[1, 0, 0], [0, 0, 0], [0, 0, 0]]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tashrif = [[12, 15, 9, 20, 18, 30, 5],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[10, 14, 11, 22, 19, 28, 7]]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print(sum(tashrif[0]), max(tashrif[1]))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Satrlar va ular bilan ishlash algoritmlari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 belgilar ketma-ketligidir, ya’ni belgilar massivi sifatida qaralishi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satrlar o‘zgarmas obyektlardir.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Satrlarni solishtirish leksikografik, ya’ni lug‘atdagi tartib bo‘yicha amalga oshiriladi.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Satrlar kodlash masalasi ham e’tiborga loyiq.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 yakunlab shuni aytish mumkin: massiv va satr — keyingi barcha tuzilmalarning asosi.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 elementlari xotirada qanday joylashadi va nima uchun indeks bo‘yicha murojaat O(1) vaqt oladi?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Massivning boshiga element qo‘shish nima uchun O(n) murakkablikka ega?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Dinamik massiv o‘lchamini qanday oshiradi va amortizatsiyalangan murakkablik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Python tilida ikki o‘lchamli massiv yaratishda qanday xatoga yo‘l qo‘yilishi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Satrning o‘zgarmasligi nimani anglatadi va qismsatrni qidirish algoritmlarining murakkabligi qanday?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4-MAVZU. Massivlar va satrlar bilan ishlash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Massiv amallarini bajarishga tayyorgarlik va topshiriq shartlari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 o‘lchamli massivlar ustida masalalar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 o‘lchamli massivlar (matritsa) bilan bog‘liq masalalar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Satrlar bilan ishlash va kutubxona ma’lumotlarini qayta ishlash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amallarini bajarishga tayyorgarlik va topshiriq shartlari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oldingi nazariy darsda o‘rganilgan massivlar va satrlar mavzusini mustahkamlashga bag‘ishlangan.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boshlanishida o‘qituvchi savol-javob orqali oldingi bilimlarni eslatadi.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talaba kompyuterda alohida fayl ochadi va unga topshiriqlar yechimini ketma-ket yozadi.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uchun umumiy ma’lumotlar to‘plami tayyorlanadi.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Massiv amallarini bajarishga tayyorgarlik va topshiriq shartlari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narxlar = [45000, 62000, 38000, 91000, 27000, 54000, 73000, 31000, 66000, 49000]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yillar  = [2015, 2019, 2008, 2021, 1999, 2017, 2020, 2012, 2018, 2022]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nusxa   = [3, 1, 4, 2, 5, 2, 1, 3, 2, 4]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print(len(narxlar), "ta kitob")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 o‘lchamli massivlar ustida masalalar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masala: eng qimmat va eng arzon kitobni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masala: o‘rtacha narxni hisoblash va o‘rtachadan qimmat kitoblar sonini aniqlash.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massivni teskari tartibda joylashtirish.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masala: massivdan takrorlanuvchi elementlarni olib tashlash.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 o‘lchamli massivlar ustida masalalar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eng_qimmat(narxlar):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ind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range(1, len(narxlar)):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if narxlar[i] &gt; narxlar[ind]: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ind = 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ind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 = eng_qimmat(narxlar)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print("Eng qimmat kitob:", narxlar[i], "so'm,", yillar[i], "yil")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Ikki o‘lchamli massivlar (matritsa) bilan bog‘liq masalalar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o‘lchamli massivlar bilan ishlashni boshlashdan oldin kutubxona misoli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masala: har bir bo‘lim bo‘yicha jami berilgan kitoblar sonini topish, ya’ni qatorlar yig‘indisi.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matritsadagi eng katta element va uning o‘rnini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masala: matritsani transponirlash.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Beshinchi masala: kvadrat matritsaning bosh diagonali elementlari yig‘indisini topish.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Ikki o‘lchamli massivlar (matritsa) bilan bog‘liq masalalar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statistika = [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[40, 55, 48, 62],   # badiiy adabiyot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[25, 30, 28, 35],   # ilmiy adabiyot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[15, 12, 20, 18],   # bolalar bo'limi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 = len(statistika)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m = len(statistika[0])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print(n, "qator,", m, "ustun")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Satrlar bilan ishlash va kutubxona ma’lumotlarini qayta ishlash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qismida satrlar bilan ishlash mashq qilinadi.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kitob nomlaridagi so‘zlar sonini va eng uzun so‘zni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natijalarini baholashda talabaning mustaqilligi, vaqtni to‘g‘ri taqsimlashi va guruhdagi ishtiroki ham inobatga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Shuningdek, mashg‘ulotda texnik xavfsizlik va ma’lumotlarni saqlash masalalariga ham to‘xtalinadi.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Yakuniy xulosa sifatida shuni aytish mumkinki, bugungi mashg‘ulotda olingan ko‘nikmalar keyingi barcha mavzularda qo‘llaniladi…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 eng katta elementini topish algoritmining murakkabligi qancha va nima uchun?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Massivni joyida teskari aylantirish qanday amalga oshiriladi?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Matritsa qatorlari va ustunlari yig‘indisi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ISBN-13 nazorat raqami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Anagrammani aniqlashning ikki usulini va ularning murakkabligini ayting.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5-MAVZU. Qidirish va saralash algoritmlari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Qidirish masalasi va chiziqli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Binar qidirish va interpolyatsion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Saralash masalasi va oddiy saralash algoritmlari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Samarali saralash algoritmlari va ularni taqqoslash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masalasi va chiziqli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masalasi informatikaning eng ko‘p uchraydigan masalalaridan biridir.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Qidirishda ishlatiladigan qiymat kalit deb ataladi.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qidirish yoki ketma-ket qidirish eng sodda algoritmdir.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qidirishni tezlashtirish uchun soqchi (sentinel) usuli qo‘llanadi.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masalasi va chiziqli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chiziqli_qidirish(royxat, kalit):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i in range(len(royxat)):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if royxat[i] == kalit: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    return i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-1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 = [4521, 1033, 8870, 2216, 5009, 7341]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print(chiziqli_qidirish(inventar, 2216))   # 3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print(chiziqli_qidirish(inventar, 9999))   # -1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Binar qidirish va interpolyatsion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Tartiblangan ro‘yxatda qidirish ancha samaraliroq bajarilishi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Qidirish oralig‘ining chap va o‘ng chegaralari belgilanadi, boshida ular butun ro‘yxatni qamrab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ma’lumotlar tartiblangan bo‘lishi shart.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Bunday tillarda chap + (o‘ng - chap) // 2 yozuvi xavfsizroq hisoblanadi.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Binar qidirish va interpolyatsion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binar_qidirish(royxat,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chap, ong = 0, len(royxat)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chap &lt;= ong: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orta = (chap + ong) // 2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royxat[orta]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orta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royxat[orta] &lt;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chap = orta + 1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ong = orta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-1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 = [3, 8, 15, 21, 27, 34, 42, 56, 63, 71]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print(binar_qidirish(a, 34))   # 5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print(binar_qidirish(a, 10))   # -1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Saralash masalasi va oddiy saralash algoritmlari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elementlarni biror tartibda, odatda o‘sish yoki kamayish bo‘yicha joylashtirish jarayonidir.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algoritmlari bir necha belgi bo‘yicha tasniflanadi.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Pufakchali saralash eng sodda algoritmlardan biri.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Saralash masalasi va oddiy saralash algoritmlari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pufakchali(a):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 = len(a)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range(n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almashdi =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j in range(n - 1 - 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a[j] &gt; a[j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a[j], a[j + 1] = a[j + 1],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almashdi =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almashdi: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break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x = [64, 34, 25, 12, 22, 11, 90]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pufakchali(x)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print(x)   # [11, 12, 22, 25, 34, 64, 90]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Samarali saralash algoritmlari va ularni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Katta ma’lumotlar hajmida O(n²) algoritmlar yaroqsiz, shuning uchun O(n log n) vaqtda ishlovchi algoritmlar yaratilgan.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oson: ikkala qismning boshidagi elementlar solishtirilib, kichigi natijaga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Nazariyada taqqoslashga asoslangan har qanday saralash algoritmi eng yomon holatda kamida n log n tartibida taqqoslash bajarishi isbotlangan.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Amalda dasturchilar saralashni o‘zlari yozmaydilar, tayyor funksiyalardan foydalanadilar.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natijalarini tekshirish ham dasturlashda muhim qadam.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Chiziqli va binar qidirishning murakkabligini taqqoslang. Binar qidirish qachon qo‘llanadi?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Pufakchali, tanlash va qo‘yish orqali saralash algoritmlarining g‘oyasini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Saralash algoritmining barqarorligi nimani anglatadi?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Birlashtirish orqali saralash qanday ishlaydi va nima uchun uning murakkabligi O(n log n)?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Tez saralashning eng yomon holati qachon yuz beradi?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6-MAVZU. Qidirish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Qidirish masalalarini yechishga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Chiziqli qidirishning variantlarini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Binar qidirish va uning variantlarini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Qidirish algoritmlarini taqqoslash tajribasi va kutubxona katalogida qo‘llash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Qidirish masalalarini yechishga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nazariy darsda o‘rganilgan qidirish algoritmlarini o‘zlari dasturlaydilar…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boshida o‘qituvchi oldingi mavzuni qisqacha takrorlatadi.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Kutubxonaning bir qismi uchun inventar raqamlari ro‘yxati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Tasodifiy sonlar generatoriga seed qiymati berilishi muhim.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Qidirish masalalarini yechishga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import random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random.seed(2026)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n = 100000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 = random.sample(range(1, 10 * n), n)    # tartiblanmagan, noyob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inventar_sort = sorted(inventar)                  # tartiblangan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print(len(inventar), inventar[:5], inventar_sort[:5])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Chiziqli qidirishning variantlarini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taqqoslashlar sonini hisoblovchi chiziqli qidirish funksiyasini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eng yaxshi, o‘rtacha va eng yomon holatlarning nazariy tahlilini tasdiqlaydi.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barcha mos elementlarni topuvchi qidirish.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soqchi usulida chiziqli qidirish.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Chiziqli qidirishning variantlarini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chiziqli(royxat, kalit):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taqqos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for i in range(len(royxat)):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taqqos +=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if royxat[i] == kalit: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return i, taqqos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-1, taqqos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boshi = inventar[0]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orta = inventar[len(inventar) // 2]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oxiri = inventar[-1]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k in (boshi, orta, oxiri, -5):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print(k, chiziqli(inventar, k))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Binar qidirish va uning variantlarini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Binar qidirishni dasturlashdan oldin talabalar uning ishini qo‘lda ko‘rib chiqadilar.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binar qidirish funksiyasini taqqoslashlar sonini hisoblab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binar qidirishning rekursiv variantini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kalit birinchi marta uchragan o‘rinni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Python tilining bisect modulidan foydalanish.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Binar qidirish va uning variantlarini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binar(royxat,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chap, ong = 0, len(royxat)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taqqos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chap &lt;= ong: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orta = (chap + ong) // 2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taqqos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royxat[orta]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orta, taqqos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royxat[orta] &lt;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chap = orta + 1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ong = orta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-1, taqqos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k in (inventar_sort[0], inventar_sort[50000], inventar_sort[-1], -5):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print(k, binar(inventar_sort, k))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Qidirish algoritmlarini taqqoslash tajribasi va kutubxona katalogida qo‘llash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Mashg‘ulotning to‘rtinchi bosqichida chiziqli va binar qidirishning tezligi tajribada taqqoslanadi.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Tajriba natijalarini tahlil qilishda talabalar quyidagi savollarga javob beradilar.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Qidirish algoritmlarini o‘rganish natijasida talaba katalog va ma’lumotlar bazasida qidiruv qanday tashkil etilishini tushunadi.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 yakunida talabalar o‘z ishlarini o‘zaro almashib tekshiradilar va hamkasbining kodiga kamida ikkita tavsiya yozadilar.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Mavzu bo‘yicha yakuniy fikr: qidirish algoritmini tanlash ma’lumotlarning tartiblanganligi, hajmi va o‘zgarish chastotasiga bog‘liq.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Taqqoslashlar sonini hisoblash nima uchun real vaqtni o‘lchashdan afzal?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Soqchi usuli chiziqli qidirishni qanday tezlashtiradi?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Binar qidirishda sikl shartida nima uchun chap &lt;= o‘ng yoziladi?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Takrorlanuvchi elementlar orasidan birinchisini topish uchun binar qidirish qanday o‘zgartiriladi?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Muallif bo‘yicha tartiblangan katalogda uning barcha kitoblari qanday topiladi?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7-MAVZU. Oddiy saralash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Saralash algoritmlarini dasturlashga tayyorgarlik va to‘g‘rilikni tekshirish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Pufakchali va tanlash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Qo‘yish orqali saralash va yozuvlarni saralash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Saralash algoritmlarini tajribada taqqoslash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Saralash algoritmlarini dasturlashga tayyorgarlik va to‘g‘rilikni tekshirish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beshinchi mavzuda nazariy jihatdan o‘rganilgan oddiy saralash algoritmlarini dasturlashga bag‘ishlanadi.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Saralash algoritmini yozishdan oldin uning to‘g‘riligini tekshirish vositasini yaratish zarur.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Tekshirish funksiyasi ikki shartni nazorat qiladi.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Sinov ma’lumotlarini tanlash alohida ahamiyatga ega.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Saralash algoritmlarini dasturlashga tayyorgarlik va to‘g‘rilikni tekshirish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random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saralanganmi(a):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range(len(a)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a[i] &gt; a[i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tekshir(saralash_funksiyasi, sinov=200):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_ in range(sinov):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 = random.randint(0, 30)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 = [random.randint(-50, 50) for _ in range(n)]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asl = a[:]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saralash_funksiyasi(a)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assert saralanganmi(a), ("Tartib buzilgan", asl,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assert sorted(asl) == a, ("Elementlar yo'qolgan", asl, a)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Pufakchali va tanlash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nazariy darsda ko‘rilgan algoritmni mustaqil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uchta variantning qanday farq qilishini ko‘rish uchun almashishlar va taqqoslashlar sonini hisoblaydilar.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har bir i uchun i-pozitsiyadan boshlab eng kichik elementni topadi va uni i-pozitsiyadagi element bilan almashtiradi.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tanlash orqali saralashda almashishlar soni ko‘pi bilan n - 1 ekanini tajribada ko‘radilar.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algoritmlarning barqarorligini tekshirish.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Pufakchali va tanlash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pufakchali(a, kuzat=False):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 = len(a)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range(n - 1):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almashdi = False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j in range(n - 1 - 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a[j] &gt; a[j + 1]: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a[j], a[j + 1] = a[j + 1],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almashdi = True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kuzat: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print(f"{i + 1}-o'tish:",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almashdi: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break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x = [5, 1, 4, 2, 8]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pufakchali(x, kuzat=True)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print(tekshir(pufakchali))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Qo‘yish orqali saralash va yozuvlarni saralash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qo‘yish orqali saralash dasturlanadi.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Algoritmni tahlil qilishda talabalar qo‘yish orqali saralash deyarli tartiblangan ro‘yxatda juda tez ishlashini kuzatadilar.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Kutubxonada saralanadigan ma’lumotlar oddiy sonlar emas, balki kitob yozuvlari: muallif, nom, yil.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Kitoblar avval muallif bo‘yicha, bir muallifning kitoblari esa yil bo‘yicha tartiblanishi kerak.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Qo‘yish orqali saralash va yozuvlarni saralash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qoyish_orqali(a, kuzat=False):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i in range(1, len(a)):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joriy = a[i]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 = i - 1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while j &gt;= 0 and a[j] &gt; joriy: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a[j + 1] = a[j]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j -=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a[j + 1] = joriy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kuzat: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print(f"{i}-qadam:", 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z = [12, 11, 13, 5, 6]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qoyish_orqali(z, kuzat=True)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print(tekshir(qoyish_orqali))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Saralash algoritmlarini tajribada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bosqichida uchala algoritm tezlik bo‘yicha taqqoslanadi.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Natijalarni tahlil qilishda talabalar bir nechta qonuniyatni payqaydilar.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Mavzuning kasbiy ahamiyatini alohida ta’kidlash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Shuningdek talabalar oddiy algoritmlarning cheklovlarini ham anglab yetishlari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mashg‘ulot talabalarning mustaqil o‘rganish ko‘nikmasini ham rivojlantiradi.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Saralash funksiyasining to‘g‘riligi qaysi ikki shart bo‘yicha tekshiriladi?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Pufakchali saralashda almashish bayrog‘i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Tanlash orqali saralashda almashishlar soni nima uchun ko‘pi bilan n - 1 ta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Qo‘yish orqali saralash qaysi hollarda eng tez ishlaydi?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Ko‘p kalitli saralashda barqarorlik nima uchun muhim?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8-MAVZU. Samarali saralash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Bo‘lib tashla va hukmronlik qil tamoyilini amaliyotda qo‘llashga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Birlashtirish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Tez saralash va uyum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Samarali va oddiy algoritmlarni taqqoslash, mini-loyiha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Bo‘lib tashla va hukmronlik qil tamoyilini amaliyotda qo‘llashga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Oldingi mashg‘ulotda talabalar O(n²) murakkablikka ega oddiy saralash algoritmlarini dasturladilar…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Samarali saralash algoritmlarining umumiy g‘oyasi «bo‘lib tashla va hukmronlik qil» tamoyilidir.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Mashg‘ulotda rekursiya keng qo‘llaniladi, rekursiya mavzusi esa keyinroq batafsil o‘rganiladi.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Tayyorgarlik bosqichida avvalgi mashg‘ulotdagi tekshiruv funksiyalari qayta ishlatiladi.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Bo‘lib tashla va hukmronlik qil tamoyilini amaliyotda qo‘llashga tayyorgarlik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Ma’lumotlarni tayyorlash uchun uchta ro‘yxat yaratiladi: tasodifiy sonlardan iborat, saralangan va teskari tartibli.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Bundan tashqari, xotira masalalariga ham e’tibor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 baholash mezonlari ham oldindan e’lon qilinadi.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ko‘pincha rekursiv algoritmlarni yozishda qiynaladilar, chunki ularning ishlash tartibini tasavvur qilish qiyin.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orqali saralashning rekursiya chuqurligi log n bo‘lgani uchun u bilan muammo bo‘lmaydi.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Birlashtirish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orqali saralash ikkita qismdan iborat: ro‘yxatni bo‘lish va ikkita saralangan ro‘yxatni birlashtirish.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funksiyasining murakkabligi O(n + m), bu yerda n va m ikki ro‘yxatning uzunliklari.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Endi birlashtirish orqali saralashning asosiy funksiyasini yozamiz.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Tekshirish funksiyasi joyida o‘zgartiruvchi funksiyalar bilan ishlaydi.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Birlashtirish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birlashtir(chap, ong):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 = j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i &lt; len(chap) and j &lt; len(ong):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chap[i] &lt;= ong[j]: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natija.append(chap[i])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natija.append(ong[j])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j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natija.extend(chap[i:])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natija.extend(ong[j:])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natija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print(birlashtir([1, 4, 9], [2, 3, 10, 11]))   # [1, 2, 3, 4, 9, 10, 11]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Tez saralash va uyum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Tez saralash tayanch elementni tanlash va ro‘yxatni uni atrofida bo‘lishga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Joyida ishlaydigan variant Xoar bo‘lish sxemasiga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holda bo‘lish juda nomutanosib bo‘ladi: bir qism bo‘sh, ikkinchisi deyarli butun ro‘yxat.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Uyum orqali saralash uchun avval uyum tuzilmasi bilan tanishiladi.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Tez saralash va uyum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tez_saralash(a):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len(a) &lt;= 1: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tayanch = a[len(a) // 2]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kichik = [x for x in a if x &lt;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teng = [x for x in a if x ==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katta = [x for x in a if x &gt;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tez_saralash(kichik) + teng + tez_saralash(katta)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print(tez_saralash([10, 7, 8, 9, 1, 5, 3, 7]))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Samarali va oddiy algoritmlarni taqqoslash, mini-loyiha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Barcha algoritmlar yozilgach, ularni bir-biri bilan taqqoslash vaqti keldi.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Natijalarni tahlil qilishda talabalar quyidagilarni aniqlaydilar.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xulosasida o‘qituvchi quyidagi muhim fikrlarni takrorlaydi.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 natijalarini qisqa hisobot shaklida topshiradi.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Samarali saralash algoritmlarini o‘rganish natijasida talabalar katta ma’lumotlar bilan ishlash uchun to‘g‘ri vositalarni tanlashni o‘rganadilar.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«Bo‘lib tashla va hukmronlik qil» tamoyilini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Birlashtirish funksiyasida teng belgisi nima uchun muhim?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Tez saralashda eng yomon holat qachon yuz beradi va uni qanday bartaraf etish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Uyum xossasi nima va uyum massivda qanday saqlanadi?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Qaysi saralash algoritmlari barqaror, qaysilari joyida ishlaydi?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9-MAVZU. Bog‘langan ro‘yxatlar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Bog‘langan ro‘yxat tushunchasi va uning tuguni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 bog‘lamli ro‘yxat amallari va ularning murakkabligi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 bog‘lamli va halqali ro‘yxatlar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Massiv va bog‘langan ro‘yxatni taqqoslash, qo‘llanilish sohalari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Bog‘langan ro‘yxat tushunchasi va uning tuguni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 chiziqli ma’lumotlar tuzilmasi bo‘lib, uning elementlari xotirada ketma-ket joylashishi shart emas.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bilan bog‘langan ro‘yxat o‘rtasidagi asosiy farq xotirada joylashuv usulidadir.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 — javondagi ketma-ket terilgan kitoblarga o‘xshaydi: uchinchi kitobni olish uchun uchinchi o‘ringa qaraymiz.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Ro‘yxatning oxirgi tuguni hech qaysi tugunga ishora qilmaydi, uning havolasi maxsus bo‘sh qiymatga teng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 tugun sinf ko‘rinishida beriladi.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Bog‘langan ro‘yxat tushunchasi va uning tuguni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self.keyingi = None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 = Tugun("Xamsa")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bosh.keyingi = Tugun("O'tkan kunlar")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bosh.keyingi.keyingi = Tugun("Kecha va kunduz")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joriy = bosh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while joriy is not None: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print(joriy.qiymat)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joriy = joriy.keyingi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Bir bog‘lamli ro‘yxat amallari va ularning murakkabligi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 bog‘lamli ro‘yxatda har bir tugun faqat keyingi tugunga havola saqlaydi.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Aylanib chiqish amali bosh tugundan boshlanadi va har bir qadamda keyingi tugunga o‘tadi, bo‘sh qiymatga yetgunicha davom etadi.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Yangi tugun yaratiladi, uning keyingi havolasi hozirgi bosh tugunga o‘rnatiladi, keyin bosh ko‘rsatkich yangi tugunga o‘tkaziladi.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Oxiriga element qo‘shish uchun oxirgi tugunni topish kerak, buning uchun butun ro‘yxatni aylanib chiqishga to‘g‘ri keladi va bu O(n) vaqt oladi.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Bir bog‘lamli ro‘yxat amallari va ularning murakkabligi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Royxat: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self.uzunlik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boshiga(self,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t.keyingi =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oxiriga(self,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Tugun(qiymat)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 bog‘lamli va halqali ro‘yxatlar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bog‘lamli ro‘yxatda har bir tugun ikkita havola saqlaydi: biri keyingi tugunga, ikkinchisi oldingi tugunga.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bog‘lamli ro‘yxatning eng muhim afzalligi — tugunni o‘chirish soddaligi.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Tugunni qo‘shishda esa to‘rtta havola o‘zgartiriladi, bir bog‘lamli ro‘yxatda esa ikkitasi.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 bog‘lamli va halqali ro‘yxatlar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IkkiTugun: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self.oldingi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self.keyingi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IkkiRoyxat: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oxiriga(self,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IkkiTugun(qiymat)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self.bosh =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t.oldingi = self.oxir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Massiv va bog‘langan ro‘yxatni taqqoslash, qo‘llanilish sohalari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Indeks bo‘yicha murojaat massivda O(1), ro‘yxatda O(n).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taqqoslashdan amaliy qoidalar kelib chiqadi.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Dasturchi uchun xotira va tezlik o‘rtasidagi muvozanatni topish muhim ko‘nikmadir.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Keyingi mavzularda ko‘riladigan stek va navbat tuzilmalari bog‘langan ro‘yxat g‘oyasidan to‘g‘ridan-to‘g‘ri foydalanadi.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 mavzusini o‘rganish talabaga havola va ko‘rsatkich tushunchalarini chuqur anglash imkonini beradi.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Tugun nima va bog‘langan ro‘yxat massivdan nima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 bog‘lamli ro‘yxatning boshiga va oxiriga element qo‘shishning murakkabligi qanday?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 bog‘lamli ro‘yxatning bir bog‘lamli ro‘yxatdan afzalligi nimada?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Halqali ro‘yxatda siklni aniqlash uchun Floyd algoritmi qanday ishlaydi?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Qanday hollarda massiv, qanday hollarda bog‘langan ro‘yxat tanlanadi?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10-MAVZU. Bog‘langan ro‘yxatlarni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Ro‘yxat sinfini yaratish va mashg‘ulotga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Qo‘shish, o‘chirish va qidirish amallarini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Ro‘yxat ustida klassik algoritmlarni bajarish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Kutubxona buyurtmalari modeli va deque bilan taqqoslash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Ro‘yxat sinfini yaratish va mashg‘ulotga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bog‘langan ro‘yxat tuzilmasini Python tilida to‘liq amalga oshiradilar.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bilimlarni tekshirishdan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 ochilib, yangi fayl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Sinov uchun tekshiruv usuli oldindan belgilanadi.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Havolalar bilan ishlashda ehtiyotkorlik talab etiladi.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Ro‘yxat sinfini yaratish va mashg‘ulotga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qiymat, keyingi=None):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self.keyingi = 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BirBoglamli: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self._uzunlik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__len__(self):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self._uzunlik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royxatga_aylantir(self):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natija, j = [], self.bosh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Qo‘shish, o‘chirish va qidirish amallarini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bo‘lib boshiga va oxiriga qo‘shish metodlari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Metod avval kerakli o‘rinning oldingi tugunini topadi, keyin yangi tugunni zanjirga kiritadi.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ikki ko‘rsatkich bilan ishlaydi: oldingi va joriy.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 ro‘yxatni aylanib chiqadi va birinchi mos tugunning indeksini qaytaradi.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Qo‘shish, o‘chirish va qidirish amallarini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boshiga_qosh(self,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 = Tugun(qiymat, self.bosh)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self.bosh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self._uzunlik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oxiriga_qosh(self,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 = 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self.oxir.keyingi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self._uzunlik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Ro‘yxat ustida klassik algoritmlarni bajarish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uchinchi qismida bog‘langan ro‘yxat ustida klassik masalalar yechiladi.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 — ro‘yxatning o‘rta elementini bir o‘tishda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 — ikkita saralangan ro‘yxatni bitta saralangan ro‘yxatga birlashtirish.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 — ro‘yxatda sikl borligini aniqlash.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Beshinchi masala — ro‘yxatdan takrorlanuvchi qiymatlarni olib tashlash.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Ro‘yxat ustida klassik algoritmlarni bajarish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teskari_aylantir(self):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oldingi, joriy = None,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self.oxir =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joriy is not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keyingi = joriy.keyingi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joriy.keyingi = oldingi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oldingi, joriy = joriy, 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self.bosh = oldingi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BirBoglamli.teskari_aylantir = teskari_aylantir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 = BirBoglamli()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x in (1, 2, 3, 4):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q.oxiriga_qosh(x)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q.teskari_aylantir()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print(q.royxatga_aylantir())    # [4, 3, 2, 1]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Kutubxona buyurtmalari modeli va deque bilan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qismida mini-loyiha bajariladi: «Kitob buyurtmalari tizimi».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qo‘shimcha funksiyalar ro‘yxat amallarini turli vaziyatlarda qo‘llashni mashq qildiradi.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yakunida talabalar hisobot tayyorlaydilar.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Uyga vazifa: ikki bog‘lamli ro‘yxat sinfini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qism uchun alohida ball ajratiladi, umumiy ball esa fanning baholash mezoniga muvofiq joriy nazorat balliga qo‘shiladi.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Havolalarni o‘zgartirishdan oldin nima uchun sxema chizish tavsiya etiladi?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Qiymat bo‘yicha o‘chirishda bosh va oxirgi tugunlar nima uchun alohida ko‘rib chiqiladi?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Ro‘yxat o‘rta elementini bir o‘tishda topish usulini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Floyd algoritmi sikl borligini qanday aniqlaydi?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list.pop(0) deque.popleft() ga qaraganda sekin ishlaydi?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11-MAVZU. Stek va navbat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Stek tuzilmasi va uning asosiy amallari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Stekni massiv va bog‘langan ro‘yxat yordamida amalga oshirish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Navbat tuzilmasi, dek va ustuvorlik navbati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Stek va navbatning qo‘llanilishi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Stek tuzilmasi va uning asosiy amallari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chiziqli ma’lumotlar tuzilmasi bo‘lib, undagi elementlar «oxirgi kirgan birinchi chiqadi» qoidasi bo‘yicha qayta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 tushunish uchun kundalik hayotdan misollar keltiramiz.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push yoki qo‘shish: yangi element stek cho‘qqisiga qo‘yiladi.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Birinchisi, bo‘sh stekdan element chiqarishga urinish, bu stek ostidan chiqish deyiladi.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Stek tuzilmasi va uning asosiy amallari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Uning mantiqiy ta’rifi amallar to‘plami va ularning xossalaridan iborat, amalga oshirish usuli esa yashirin.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kompyuterning o‘zida ham keng qo‘llaniladi.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Stekning matematik modelini ham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ustidagi amallar ketma-ketligini kuzatish foydali.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ustidagi amallarning vaqt murakkabligini jadval ko‘rinishida yodda tutish foydali.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Stekni massiv va bog‘langan ro‘yxat yordamida amalga oshirish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Stekni amalga oshirishning ikkita asosiy usuli bor: massiv asosida va bog‘langan ro‘yxat asosida.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Ro‘yxat dinamik massiv bo‘lgani uchun hajm avtomatik oshadi va stek to‘lib ketmaydi, faqat xotira tugagandagina muammo yuz beradi.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Bog‘langan ro‘yxatga asoslangan stekda cho‘qqi ro‘yxatning bosh tuguni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Massivga asoslangan stek xotirani tejaydi, kesh bilan yaxshi ishlaydi va amalda tezroq.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Stekni massiv va bog‘langan ro‘yxat yordamida amalga oshirish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Stek: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self._elementlar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push(self,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self._elementlar.append(x)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pop(self):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self._elementlar: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self._elementlar.pop()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peek(self):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self._elementlar: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self._elementlar[-1]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 tuzilmasi, dek va ustuvorlik navbati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chiziqli tuzilma bo‘lib, undagi elementlar «birinchi kirgan birinchi chiqadi» qoidasi bilan qayta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Navbatning asosiy amallari: enqueue yoki navbatga qo‘shish, dequeue yoki navbatdan chiqarish, front yoki boshidagi elementni ko‘rish.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 oddiy massiv bilan amalga oshirishda muammo bor.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Navbatni bog‘langan ro‘yxat yordamida amalga oshirish ancha sodda.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Navbat tuzilmasi, dek va ustuvorlik navbati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DoiraviyNavbat: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sigim):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self.a = [None] * sigim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enqueue(self,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self.soni == len(self.a):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OverflowError("Navbat to'lgan")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oxir = (self.bosh + self.soni) % len(self.a)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self.a[oxir] = x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dequeue(self):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self.soni == 0: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IndexError("Navbat bo'sh")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Stek va navbatning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Stek va navbat dasturlashda juda ko‘p masalalarda ishlatiladi.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Biz odatda infiks yozuvdan, ya’ni amal sonlar o‘rtasida turadigan yozuvdan foydalanamiz, masalan, 3 + 4.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Xulosa qilib aytganda, stek va navbat oddiy, lekin juda kuchli tuzilmalardir.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Mavzuni yakunlashda stek va navbat tuzilmalari bilan bog‘liq ba’zi tarixiy ma’lumotlar keltiriladi.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va stekning bir nechta turli ko‘rinishlari bor, ularni solishtirish foydali.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Stek va navbat o‘rtasidagi asosiy farq nimada?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Stekning asosiy amallarini va ularning murakkabligini ayting.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Doiraviy navbat qanday muammoni hal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Qavslar balansi stek yordamida qanday tekshiriladi?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Ustuvorlik navbati oddiy navbatdan nimasi bilan farq qiladi?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12-MAVZU. Stek va navbatni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maqsadi, tayyorgarlik va stek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Stek yordamida masalalar yechish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Navbatni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Mini-loyiha va natijalarni umumlashtirish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maqsadi, tayyorgarlik va stek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 stek va navbat mavzusidagi nazariy bilimlarni mustahkamlashga qaratilgan.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oldingi mavzu bo‘yicha qisqa so‘rov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 tayyorlanadi va yangi fayl ochiladi.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maqsadi, tayyorgarlik va stek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Stek: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push(self,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pop(self):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self._a.pop()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peek(self):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IndexError("Stek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self._a[-1]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Stek yordamida masalalar yechish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 — qavslar balansini tekshirish.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masalani kengaytirish uchun xato qavs o‘rnini ko‘rsatuvchi variant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postfiks ifodani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«bekor qilish» tizimini modellashtirish.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Stek yordamida masalalar yechish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qavslar_togri(ifoda):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juft = {")": "(", "]": "[", "}": "{"}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 = Stek()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for belgi in ifoda: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if belgi in "([{":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s.push(belgi)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elif belgi in ")]}":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if s.bosh_mi() or s.pop() != juft[belgi]: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        return False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s.bosh_mi()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ifoda in ("{[()]}", "([)]", "((", ")(", "a*(b+c)-[d]"):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print(ifoda, qavslar_togri(ifoda))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navbat tuzilmasi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Cheklangan o‘lchamli massivda bosh indeks va elementlar soni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Navbat yordamida birinchi masala — Josephus masalasi.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heapq moduli yordamida kitob buyurtmalari tizimini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 — ikkita stek yordamida navbat yasash.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Navbatni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 = deque()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enqueue(self, x):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self._a.append(x)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dequeue(self):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raise IndexError("Navbat bo'sh")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self._a.popleft()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front(self):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self._a: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Mini-loyiha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To‘rtinchi bosqichda talabalar «Kutubxona xizmat ko‘rsatish tizimi» mini-loyihasini bajaradilar.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Loyiha bajarilishi davomida talabalar ma’lumotlar tuzilmalarini real vaziyatda birlashtirishni o‘rganadilar.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Uyga vazifa: infiks ifodani postfiks ko‘rinishga o‘tkazuvchi dastur yozish.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Uyga berilgan vazifa bajarilgach, talaba o‘z yechimini bosqichma-bosqich tushuntirib beruvchi qisqa yozma izoh tayyorlaydi.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Mashg‘ulot davomida to‘plangan tajribani umumlashtirish uchun talabalar tuzilmani tanlash bo‘yicha qisqa qo‘llanma tuzadilar.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Bo‘sh stekdan element olishga urinish nima deb ataladi va uni qanday ishlash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Postfiks ifodani stek yordamida hisoblash algoritmini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navbat uchun list emas, deque tavsiya etiladi?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Doiraviy navbatda qo‘shish indeksi qanday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Ikkita stek yordamida navbat qanday yasaladi?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13-MAVZU. Rekursiya va rekursiv algoritmlar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Rekursiya tushunchasi, asosiy holat va rekursiv holat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Rekursiv funksiyalarning klassik misollari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Rekursiya va chaqiruvlar steki, murakkablik, rekursiyadan voz kechish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Rekursiv strategiyalar va ularning kutubxona ishida qo‘llanishi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Rekursiya tushunchasi, asosiy holat va rekursiv holat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funksiyaning o‘zini o‘zi chaqirishi orqali masalani yechish usulidir.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Kundalik hayotda rekursiyaga o‘xshash hodisalar ko‘p.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to‘g‘ri rekursiv funksiya ikki qismdan iborat.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Klassik misol — natural sonning faktoriali. n! = n * (n - 1)! munosabati rekursiv ta’rifni beradi.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Rekursiya tushunchasi, asosiy holat va rekursiv holat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faktorial(n):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&lt;= 1:                 # asosiy holat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n * faktorial(n - 1)   # rekursiv holat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print(faktorial(5))    # 120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print(faktorial(0))    # 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funksiyalarning klassik misollari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Rekursiyaning bir nechta klassik misolini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oddiy yechim yaxshi o‘qiladi, ammo juda samarasiz.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Oddiy usul a ni n marta ko‘paytiradi va O(n)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misol — Evklid algoritmining rekursiv shakli.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funksiyalarning klassik misollari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fib(n):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fib(n - 1) + fib(n - 2)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print([fib(i) for i in range(10)])   # [0, 1, 1, 2, 3, 5, 8, 13, 21, 34]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Rekursiya va chaqiruvlar steki, murakkablik, rekursiyadan voz kechish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funksiya chaqirilganda kompyuter xotirasida maxsus joy, ya’ni chaqiruv freymi ajratiladi.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Agar rekursiya juda chuqurlashsa, stek to‘lib ketadi va dastur xatolik bilan to‘xtaydi.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Rekursiv algoritmlarning murakkabligi rekurrent munosabatlar yordamida baholanadi.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Fibonachchining samarasiz rekursiv yechimini yaxshilashning birinchi usuli — memoizatsiya, ya’ni eslab qolish.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Rekursiya va chaqiruvlar steki, murakkablik, rekursiyadan voz kechish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functools import lru_cache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@lru_cache(maxsize=None)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fib_tez(n):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fib_tez(n - 1) + fib_tez(n - 2)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print(fib_tez(80))      # 23416728348467685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fib_sikl(n):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a, b = 0,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_ in range(n):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a, b = b, a + 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Rekursiv strategiyalar va ularning kutubxona ishida qo‘llanishi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«Bo‘lib tashla va hukmronlik qil» strategiyasi rekursiyaning eng muhim qo‘llanishidir.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Daraxtsimon tuzilmalarni qayta ishlash rekursiyaning tabiiy sohasi.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dasturlash tillarida, ayniqsa funksional tillarda asosiy takrorlash vositasi hisoblanadi.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 bo‘yicha xulosa shundan iboratki, rekursiya murakkab masalalarni soddalashtirish vositasidir.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Rekursiv algoritmlarni sinash va tuzatishda chaqiruvlar daraxtini chizish eng ishonchli usullardan biri.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Rekursiv funksiyaning asosiy va rekursiv holati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Fibonachchining oddiy rekursiv yechimi samarasiz va uni qanday yaxshilash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Hanoy minorasi uchun yurishlar soni qanday formula bilan topiladi?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Rekursiya chuqurligi cheklangani nima bilan bog‘liq?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«Bo‘lib tashla va hukmronlik qil» strategiyasining uchta qadamini sanang.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14-MAVZU. Rekursiv algoritmlarni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Rekursiv funksiya yozish qoidalari va mashg‘ulotga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Rekursiv funksiyalarni yozish va sinash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Samarasiz rekursiyani yaxshilash: memoizatsiya va sikl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Orqaga qaytish usuli va yakuniy mini-loyiha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Rekursiv funksiya yozish qoidalari va mashg‘ulotga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Mazkur amaliy mashg‘ulot rekursiya mavzusidagi nazariy bilimlarni amalda mustahkamlashga bag‘ishlangan.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savol-javob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Amaliy ishni muvaffaqiyatli bajarish uchun chaqiruvlarni kuzatish vositasi tayyorlanadi.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Rekursiv funksiya yozish qoidalari va mashg‘ulotga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kuzat(f):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chuqurlik = [0]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ora(*args):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print("  " * chuqurlik[0] + f"{f.__name__}{args}")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chuqurlik[0]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 = f(*args)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chuqurlik[0] -=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print("  " * chuqurlik[0] + f"-&gt; {natija}")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natija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ora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@kuzat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faktorial(n):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n &lt;= 1: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n * faktorial(n - 1)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 yozish va sinash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topshiriq: natural sonning raqamlari yig‘indisini rekursiv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topshiriq: satrning palindrom ekanligini rekursiv tekshirish.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topshiriq: ro‘yxat elementlarini rekursiv usulda yig‘ish va eng katta elementni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topshiriq: Hanoy minorasi masalasini dasturlash va yurishlar sonini tekshirish.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 yozish va sinash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raqamlar_yigindisi(n):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== 0: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n % 10 + raqamlar_yigindisi(n // 10)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print(raqamlar_yigindisi(1234))     # 10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print(raqamlar_yigindisi(90))       # 9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Samarasiz rekursiyani yaxshilash: memoizatsiya va sikl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Fibonachchi funksiyasi ustida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lug‘at yordamida natijalarni saqlaydigan variantni qo‘lda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yaxshilash yo‘li — rekursiyani siklga aylantirish.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masala: sonlarni birlashtirish yo‘llari soni.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Samarasiz rekursiyani yaxshilash: memoizatsiya va sikl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sanagich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fib_oddiy(n):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global sanagich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sanagich += 1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fib_oddiy(n - 1) + fib_oddiy(n - 2)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for n in (10, 15, 20, 25):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sanagich = 0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fib_oddiy(n)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print(n, sanagich)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Orqaga qaytish usuli va yakuniy mini-loyiha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bosqichida orqaga qaytish usuli o‘rganiladi.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 — to‘plamning barcha qism to‘plamlarini hosil qilish.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mavzusining kutubxona sohasidagi ahamiyatini yana bir bor eslatish joiz.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mashqlar rekursiv fikrlashni yanada chuqurlashtiradi.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Mini-loyiha yakunlangach, talabalar o‘z kodlarini boshqa guruhlarga namoyish qiladilar.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Rekursiv funksiyani kuzatish dekoratori qanday ishlaydi va nima uchun foydali?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Fibonachchi uchun oddiy rekursiv, memoizatsiyali va takrorlanuvchi yechimlarni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Orqaga qaytish usuli nima va qanday masalalarda qo‘llanadi?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Permutatsiyalarni hosil qiluvchi rekursiv algoritmning g‘oyasini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bo‘limlari daraxtida jami kitoblar sonini rekursiv qanday hisoblash mumkin?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15-MAVZU. Daraxtlar va ikkilik qidiruv daraxtlari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Daraxt tushunchasi, asosiy atamalar va xossalari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Ikkilik daraxt va uni aylanib chiqish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Ikkilik qidiruv daraxti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Muvozanatli daraxtlar, uyum va daraxtlarning kutubxona ishidagi qo‘llanilishi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Daraxt tushunchasi, asosiy atamalar va xossalari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ierarxik tuzilishga ega nochiziqli ma’lumotlar tuzilmasidir.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tuzilishini kundalik hayotda ko‘p uchratamiz.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bilan bog‘liq atamalarni bilish zarur.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Daraxt tushunchasi, asosiy atamalar va xossalari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DaraxtTugun: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self.bolalar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bola_qosh(self, tugun):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self.bolalar.append(tugun)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tugun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 = DaraxtTugun("Kutubxona")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 = ildiz.bola_qosh(DaraxtTugun("Fan"))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adabiyot = ildiz.bola_qosh(DaraxtTugun("Adabiyot"))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fan.bola_qosh(DaraxtTugun("Informatika"))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fan.bola_qosh(DaraxtTugun("Matematika"))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adabiyot.bola_qosh(DaraxtTugun("She'riyat"))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Ikkilik daraxt va uni aylanib chiqish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 — har bir tuguni ko‘pi bilan ikkita bolaga ega bo‘lgan daraxt.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daraxtning balandligi h bo‘lsa, uning tugunlari soni ko‘pi bilan 2^(h+1) - 1 ga teng.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daraxtni aylanib chiqish, ya’ni har bir tugunni bir marta ko‘rib chiqish, daraxt ustidagi eng asosiy amaldir.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Yuqoridagi daraxt uchun natijalar quyidagicha: to‘g‘ri tartibda 1, 2, 4, 5, 3; simmetrik tartibda 4, 2, 5, 1, 3; teskari tartibda 4, 5, 2, 3, 1.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Ikkilik daraxt va uni aylanib chiqish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qiymat, chap=None, ong=None):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self.qiymat, self.chap, self.ong = qiymat, chap, ong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to_g_ri(t, natija):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natija.append(t.qiymat)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to_g_ri(t.chap,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to_g_ri(t.ong,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simmetrik(t, natija):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simmetrik(t.chap,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natija.append(t.qiymat)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simmetrik(t.ong,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qidiruv daraxti, qisqacha BST, ikkilik daraxtning maxsus turi bo‘lib…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Kalit tugun qiymatiga teng bo‘lsa, qidirish tugaydi.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O‘chirish amali eng murakkab, chunki uch xil holat bor.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BST: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self.ildiz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self.ildiz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self.ildiz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while True: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k &lt;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if t.chap is None: t.chap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t = t.chap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elif k &gt;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if t.ong is None: t.ong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t = t.ong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else: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Muvozanatli daraxtlar, uyum va daraxtlarning kutubxona ishidagi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BST ning asosiy kamchiligi muvozanat kafolati yo‘qligidir.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AVL daraxt 1962 yilda Adelson-Velskiy va Landis tomonidan taklif qilingan.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Daraxtlarni o‘rganishdan olinadigan asosiy xulosa: ma’lumotlarning ierarxik tabiatini aks ettiruvchi tuzilma samarali qidirishni ham ta’minlay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yordamida qaror qabul qilish jarayonlari ham modellashtiriladi.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bilan bog‘liq muhim tushuncha — daraxtni qayta qurish masalasi.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Daraxt tushunchasi va asosiy atamalarini (ildiz, barg, balandlik, chuqurlik)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Ikkilik daraxtni aylanib chiqishning uch usulini ayting va ularning natijalarini ko‘rsating.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Ikkilik qidiruv daraxtining asosiy xossasi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BST dan tugunni o‘chirishda qanday uchta holat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muvozanatli daraxtlar kerak va AVL daraxtning xossasi qanday?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16-MAVZU. Ikkilik daraxtlarni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daraxt tuguni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Daraxtni aylanib chiqish va asosiy xususiyatlarini hisoblash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Ikkilik qidiruv daraxtini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Kutubxona katalogi mini-loyihasi va natijalarni umumlashtirish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daraxt tuguni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ikkilik daraxt va ikkilik qidiruv daraxtini Python tilida to‘liq dasturlaydilar.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bilimlarni tezkor tekshirishdan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tuguda qiymat, chap va o‘ng bolaga havolalar bo‘ladi.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daraxt tuguni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self.chap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self.ong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chiroyli(t, bosh=0):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chiroyli(t.ong, bosh + 1)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print("    " * bosh + str(t.qiymat))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chiroyli(t.chap, bosh + 1)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 = Tugun(50)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ildiz.chap, ildiz.ong = Tugun(30), Tugun(70)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ildiz.chap.chap, ildiz.chap.ong = Tugun(20), Tugun(40)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Daraxtni aylanib chiqish va asosiy xususiyatlarini hisoblash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 — uchta chuqurlik bo‘yicha aylanib chiqishni yozish: to‘g‘ri, simmetrik va teskari tartib.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topshiriq — kenglikka birinchi aylanib chiqish, ya’ni darajalar bo‘yicha chiqarish.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daraxtning xususiyatlarini hisoblash.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ikki daraxtni teng ekanligini tekshirish.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Daraxtni aylanib chiqish va asosiy xususiyatlarini hisoblash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to_g_ri_tartib(t):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[t.qiymat] + to_g_ri_tartib(t.chap) + to_g_ri_tartib(t.ong)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simmetrik_tartib(t):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simmetrik_tartib(t.chap) + [t.qiymat] + simmetrik_tartib(t.ong)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def teskari_tartib(t):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   return [] if t is None else teskari_tartib(t.chap) + teskari_tartib(t.ong) + [t.qiymat]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print(to_g_ri_tartib(ildiz))      # [50, 30, 20, 40, 70]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print(simmetrik_tartib(ildiz))    # [20, 30, 40, 50, 70]</a:t>
            </a:r>
          </a:p>
          <a:p>
            <a:pPr algn="l"/>
            <a:r>
              <a:rPr sz="1600">
                <a:solidFill>
                  <a:srgbClr val="222B38"/>
                </a:solidFill>
                <a:latin typeface="Courier New"/>
              </a:rPr>
              <a:t>print(teskari_tartib(ildiz))      # [20, 40, 30, 70, 50]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ikkilik qidiruv daraxti sinfi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Qidiruv daraxtini sinash uchun xususiyat tekshiruvchi funksiya yoziladi: simmetrik tartib natijasi qat’iy o‘sib borishi kerak.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Muvozanat masalasini tajribada ko‘rish uchun ikki daraxt qurilib, balandliklari solishtiriladi.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BST: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self._qosh(self.ildiz,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_qosh(self, t,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t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return Tugun(k)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k &lt;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t.chap = self._qosh(t.chap,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elif k &gt;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t.ong = self._qosh(t.ong, k)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Kutubxona katalogi mini-loyihasi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to‘rtinchi bosqichida mini-loyiha bajariladi: «Daraxt asosidagi katalog».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Prefiks bo‘yicha qidirish uchun simmetrik aylanib chiqish ishlatiladi va mos yozuvlar tanlanadi.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yakunlangach, talabalar daraxtlar bo‘yicha o‘z bilimlarini baholash uchun o‘z-o‘zini tekshirish ro‘yxatini to‘ldiradilar.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mavzusi graflar mavzusiga ko‘prik hisoblanadi.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Uyga vazifani bajarishda talabalarga quyidagi yo‘riqnoma beriladi.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Daraxt funksiyalarida asosiy holat odatda qanday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Kenglikka birinchi aylanib chiqish uchun qaysi tuzilma ishlatiladi?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BST dan ikki bolali tugunni o‘chirish qanday amalga oshiriladi?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Tasodifiy va saralangan ketma-ketlikdan qurilgan daraxtlar balandligi nima uchun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Katalog uchun daraxt tuzilmasining massivga nisbatan afzalligi nimada?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17-MAVZU. Graflar va ularni tasvirlash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Graf tushunchasi, asosiy atamalar va graflar turlari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Graflarni kompyuter xotirasida tasvirlash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Graflarni aylanib chiqish: kenglik va chuqurlik bo‘yicha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Vaznli graflar va eng qisqa yo‘l algoritmlari, qo‘llanilishi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Graf tushunchasi, asosiy atamalar va graflar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 nochiziqli ma’lumotlar tuzilmasi bo‘lib, obyektlar va ular orasidagi bog‘lanishlarni ifodalaydi.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Shaharlar va ularni bog‘lovchi yo‘llar graf hosil qiladi: shaharlar uchlar, yo‘llar qirralar.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 yo‘nalishli va yo‘nalishsiz turlarga bo‘linadi.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Graf tushunchasi, asosiy atamalar va graflar turlari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Vaznli grafda har bir qirraga son, ya’ni vazn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uch qo‘shni deyiladi, agar ularni qirra bog‘lasa.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Tugunlari soni V va qirralari soni E bo‘lgan grafda E ning qiymati V ga nisbatan qanday bo‘lishi muhim.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 nazariyasining dastlabki masalasi Kyonigsberg ko‘priklari haqida.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Graflarni kompyuter xotirasida tasvirlash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Grafni xotirada saqlashning ikkita asosiy usuli bor: qo‘shnilik matritsasi va qo‘shnilik ro‘yxati.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Qo‘shnilik matritsasining kamchiligi xotira sarfi.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Qo‘shnilik ro‘yxatida har bir uch uchun uning qo‘shnilari ro‘yxati saqlanadi.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Graflarni kompyuter xotirasida tasvirlash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Yo'nalishsiz graf: mualliflar orasidagi hammualliflik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mualliflar = ["A", "B", "C", "D", "E"]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qirralar = [("A", "B"), ("A", "C"), ("B", "C"), ("C", "D"), ("D", "E")]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Qo'shnilik ro'yxati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royxat = {u: [] for u in mualliflar}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u, v in qirralar: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royxat[u].append(v)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royxat[v].append(u)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Qo'shnilik matritsasi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indeks = {u: i for i, u in enumerate(mualliflar)}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n = len(mualliflar)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matritsa = [[0] * n for _ in range(n)]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u, v in qirralar: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matritsa[indeks[u]][indeks[v]] = 1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Graflarni aylanib chiqish: kenglik va chuqurlik bo‘yicha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 bo‘ylab yurish va uning barcha uchlarini ko‘rib chiqish graf algoritmlarining asosidir.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Kenglikka birinchi qidirish boshlang‘ich uchdan boshlab uni qo‘shnilarini, keyin qo‘shnilarning qo‘shnilarini va hokazo, daraja-daraja ko‘radi.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Buning uchun har bir uch uchun masofa va oldingi uch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 stek tuzilmasiga asoslanadi: rekursiya yoki aniq stek orqali.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Graflarni aylanib chiqish: kenglik va chuqurlik bo‘yicha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bfs(royxat,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korilgan = {boshi}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navbat = deque([boshi])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tartib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u = navbat.popleft()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tartib.append(u)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 in royxat[u]: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v not in korilgan: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korilgan.add(v)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navbat.append(v)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tartib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print(bfs(royxat, "A"))     # ['A', 'B', 'C', 'D', 'E']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Vaznli graflar va eng qisqa yo‘l algoritmlari,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Vaznli grafda qirralarning turli xarajati bo‘lgani uchun eng qisqa yo‘l qirralar soni bilan emas, vaznlar yig‘indisi bilan o‘lchanadi.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Deykstra algoritmining g‘oyasi ochko‘zlik tamoyiliga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Graflarning yana bir qiziqarli qo‘llanilishi — rangga bo‘yash masalasi.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Graflarning bibliografik qo‘llanilishini batafsilroq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Unda tushunchalar uchlar, ular orasidagi munosabatlar, masalan, «muallifi», «nashr etilgan yili», «mavzusi», qirralar bo‘ladi.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Graf nima va daraxt grafdan nimasi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Qo‘shnilik matritsasi va qo‘shnilik ro‘yxatini xotira va tezlik bo‘yicha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BFS va DFS qaysi tuzilmalardan foydalanadi va ular qanday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Deykstra algoritmi qaysi masalani yechadi va qanday cheklovi bor?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sohasida graflar qayerda qo‘llaniladi?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18-MAVZU. Graflar bilan ishlash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graf sinfini yaratish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Kenglik va chuqurlik bo‘yicha qidirishni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Vaznli graflar va Deykstra algoritmi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Hammualliflik tarmog‘i mini-loyihasi va natijalarni umumlashtirish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Mashg‘ulot maqsadi va graf sinfini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Mazkur amaliy mashg‘ulotda talabalar graflar mavzusidagi nazariy bilimlarni dasturlash orqali mustahkamlaydilar.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savol-javob bilan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Sinf yo‘nalishli yoki yo‘nalishsiz bo‘lishi mumkin va qirra qo‘shish, uch qo‘shish, qo‘shnilarni olish metodlariga ega bo‘ladi.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graf sinfini yaratish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Graf: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yonalishli=False):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 = {}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self.yonalishli = yonalishli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uch_qosh(self, u):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self.royxat.setdefault(u, [])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qirra_qosh(self, u, v):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self.uch_qosh(u)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self.uch_qosh(v)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self.royxat[u].append(v)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not self.yonalishli: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self.royxat[v].append(u)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qoshnilar(self, u):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Kenglik va chuqurlik bo‘yicha qidirishni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bosqichda talabalar BFS algoritmini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uni ikki usulda amalga oshiradilar: rekursiv va aniq stek yordamida.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topshiriq — BFS yordamida eng qisqa yo‘lni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topshiriq — bog‘langan komponentlarni topish.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Kenglik va chuqurlik bo‘yicha qidirishni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bfs(graf,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korilgan = {boshi}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navbat = deque([boshi])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tartib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u = navbat.popleft()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tartib.append(u)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 in graf.qoshnilar(u):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v not in korilgan: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korilgan.add(v)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navbat.append(v)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tartib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dfs(graf, boshi):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Vaznli graflar va Deykstra algoritmi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vaznli graflar ustida ishlanadi.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masala — Deykstra algoritmini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Natijada Toshkentdan Buxorogacha eng qisqa masofa 570 ekani topiladi.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Kruskal algoritmini soddalashtirilgan ko‘rinishda yozadilar.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Vaznli graflar va Deykstra algoritmi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heapq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deykstra(royxat,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masofa = {u: float("inf") for u in royxat}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oldingi = {u: None for u in royxat}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masofa[boshi]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uyum = [(0, boshi)]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uyum: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m, u = heapq.heappop(uyum)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m &gt; masofa[u]: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continue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v, vazn in royxat[u]: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yangi = m + vazn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yangi &lt; masofa[v]: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masofa[v] = yangi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oldingi[v] = u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Hammualliflik tarmog‘i mini-loyihasi va natijalarni umumlashtirish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bosqichda talabalar «Mualliflar tarmog‘ini tahlil qilish» mini-loyihasini bajaradilar.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Loyihada talabalar komponentlarni topish funksiyasidan ham foydalanadilar.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davomida talabalar loyihalarini hujjatlashtirishga ham e’tibor beradilar.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Grafni vizual ko‘rsatish talabalarda qiziqish uyg‘otadi.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Yakuniy savol sifatida talabalar quyidagi masalani muhokama qiladilar: kutubxona uchun hammualliflik tarmog‘i tahlili qanday foydali bo‘lishi mumkin?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Yo‘nalishsiz grafda barcha uchlar darajalari yig‘indisi qirralar soni bilan qanday bog‘langan?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BFS yordamida eng qisqa yo‘l qanday topiladi va yo‘l qanday tiklanadi?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Bog‘langan komponentlar qanday aniqlanadi?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Deykstra algoritmida ustuvorlik navbati nima uchun ishlatiladi?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Topologik tartiblash qanday masalani yechadi va sikl borligi qanday aniqlanadi?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19-MAVZU. Xesh jadvallar va xeshlash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Xeshlash g‘oyasi va xesh funksiya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To‘qnashuvlar va zanjirlash usuli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Ochiq adreslash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Python lug‘ati va to‘plami, xeshlashning qo‘llanilishi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Xeshlash g‘oyasi va xesh funksiya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Oldingi mavzularda qidirish masalasi uchun turli usullarni ko‘rdik.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 funksiya istalgan kalitni butun songa, ya’ni xesh qiymatga aylantiruvchi funksiya.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Yaxshi xesh funksiya bir nechta talabni qanoatlantiradi.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Xeshlash g‘oyasi va xesh funksiya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sodda_xesh(satr, m):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h = 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for belgi in satr: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h = (h * 31 + ord(belgi)) % m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h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for muallif in ("Navoiy", "Qodiriy", "Cho'lpon", "Fitrat", "Oybek"):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print(muallif, sodda_xesh(muallif, 11))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To‘qnashuvlar va zanjirlash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Jadval o‘lchami kalitlar mumkin bo‘lgan oraliqdan ancha kichik bo‘lgani uchun turli kalitlar bir xil indeksga tushishi muqarrar.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Shuning uchun xesh jadvalning ajralmas qismi — to‘qnashuvlarni hal qilish usuli.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Zanjirlash usulida amallarni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Zanjirlashning murakkabligi yuklanish koeffitsientiga bog‘liq.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To‘qnashuvlar va zanjirlash usuli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XeshJadval: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m=11):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self.chelaklar = [[] for _ in range(m)]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_indeks(self,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kalit,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chelak = self.chelaklar[self._indeks(kalit)]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i, (k, _) in enumerate(chelak):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k == kalit: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chelak[i] = (kalit, 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chelak.append((kalit, qiymat))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Ochiq adreslashda barcha elementlar to‘g‘ridan-to‘g‘ri jadval massivining o‘zida saqlanadi, qo‘shimcha ro‘yxatlar ishlatilmaydi.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Chiziqli probalashda band katak topilsa, keyingi katak, undan keyingi va hokazo tekshiriladi: i-urinishda indeks (h(k) + i) mod m bo‘ladi.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Kvadratik probalashda qadam kvadratik o‘sadi: (h(k) + i²) mod m.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Ochiq adreslashda o‘chirish alohida e’tibor talab qiladi.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OchiqXesh: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BOSH = object()          # bo'sh katak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OCHIRILGAN = object()    # o'chirilgan katak belgisi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m=11):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self.kalitlar = [self.BOSH] *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self.qiymatlar = [None] *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_proba(self,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h =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i in range(self.m):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yield (h + i)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kalit, qiymat):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Python lug‘ati va to‘plami, xeshlashning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Python tilidagi lug‘at (dict) xesh jadval asosida qurilgan, kalit-qiymat juftliklarini saqlaydi.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Xeshlashning amaliy qo‘llanilishi nihoyatda keng.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uchun amaliy qoida: agar faqat kalit bo‘yicha aniq qidirish kerak bo‘lsa, xesh jadval tanlanadi.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Xesh funksiyalarning yana bir qiziq qo‘llanilishi — Blum filtri deb ataluvchi tuzilma.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 hajmi o‘sganda yoki foydalanish xarakteri o‘zgarganda, avval yaxshi ishlagan yechim yetarli bo‘lmay qolishi mumkin.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Xesh funksiya nima va yaxshi xesh funksiya qanday talablarga javob beradi?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To‘qnashuv nima va uni zanjirlash usuli qanday hal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Ochiq adreslashda chiziqli, kvadratik probalash va ikki marta xeshlash usullarini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Yuklanish koeffitsienti nima va qayta xeshlash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to‘plamda tegishlilikni tekshirish ro‘yxatdagiga qaraganda tezroq?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20-MAVZU. Xesh jadvallarni dasturlash va yakuniy loyiha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Mashg‘ulot maqsadi va xesh funksiyalarni tajribada sinash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Xesh jadvalni zanjirlash usulida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Ochiq adreslash va to‘qnashuvlarni tahlil qilish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Yakuniy loyiha: Kutubxona axborot tizimi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xesh funksiyalarni tajribada sinash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ikki qismdan iborat.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oldingi mavzuni takrorlashdan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topshiriq — xesh funksiyalar sifatini taqqoslash.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Mashg‘ulot maqsadi va xesh funksiyalarni tajribada sinash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import random, string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yigindi_xesh(s,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sum(ord(c) for c in s)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polinomial_xesh(s,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h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c in s: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h = (h * 31 + ord(c))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birinchi_harf_xesh(s, m):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ord(s[0]) %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random.seed(7)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nomlar = ["".join(random.choices(string.ascii_lowercase, k=random.randint(5, 12)))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Xesh jadvalni zanjirlash usulida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bosqichda talabalar zanjirlash usulidagi xesh jadvalni o‘zlari yozadilar.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Qayta xeshlash soni logarifmik, ya’ni 100 ta element uchun besh marta bajarilgan.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Tasodifiy qo‘shish, yangilash va o‘chirish ketma-ketligi ham xesh jadvalda, ham Python lug‘atida bajariladi.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Xesh jadvalni zanjirlash usulida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Xesh: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m=8):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= 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self.chelak = [[] for _ in range(m)]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self.qayta_xeshlash_soni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yuklanish(self):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self.soni /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_ind(self, kalit):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hash(kalit) % self.m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_kengaytir(self):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eski = self.chelak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self.m *=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Ochiq adreslash va to‘qnashuvlarni tahlil qilish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bosqichda talabalar ochiq adreslash usulini chiziqli probalash bilan dasturlaydilar.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O‘lchami 1009 bo‘lgan jadvalga tasodifiy kalitlar birin-ketin qo‘shiladi.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Keyin chiziqli, kvadratik probalash va ikki marta xeshlashni taqqoslash o‘tkaziladi.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Ochiq adreslash va to‘qnashuvlarni tahlil qilish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bu qismida o‘chirishning nozik tomonlari ham sinaladi.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Hajm uzluksiz emas, sakrashlar bilan o‘sadi, bu qayta xeshlashni anglatadi.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shu qismida talabalar xesh jadvalning real hayotdagi samaradorligini ko‘rsatadigan yana bir tajriba o‘tkazadilar.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4. Yakuniy loyiha: Kutubxona axborot tizimi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asosiy qismi — butun kurs bilimlarini birlashtiruvchi yakuniy loyiha.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Tuzilmalar tanlovi quyidagicha tavsiya etiladi.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Fan yakunlangach, talabalar o‘z o‘quv yutuqlarini baholash uchun portfolio tayyorlashlari mumkin.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fikrlar fanni keyingi yillarda takomillashtirishda inobatga olinadi.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baholash bir necha daqiqa oladi, lekin dastur katta ma’lumotlarda sekin ishlab qolishining oldini oladi.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birinchi harfga asoslangan xesh funksiya yomon hisoblanadi?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Qayta xeshlash qachon bajariladi va u nima uchun amortizatsiyalangan O(1) ni saqlaydi?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Ochiq adreslashda o‘chirishda «qabr toshi» nima uchun kerak?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axborot tizimida ISBN bo‘yicha qidirish uchun qaysi tuzilma mos va nima uchun?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Yakuniy loyihada qaysi imkoniyat uchun qaysi tuzilma tanlandi va nega?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